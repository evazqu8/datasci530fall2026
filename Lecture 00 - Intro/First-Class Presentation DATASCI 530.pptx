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heme/themeOverride1.xml" ContentType="application/vnd.openxmlformats-officedocument.themeOverr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0" r:id="rId4"/>
  </p:sldMasterIdLst>
  <p:notesMasterIdLst>
    <p:notesMasterId r:id="rId17"/>
  </p:notesMasterIdLst>
  <p:sldIdLst>
    <p:sldId id="278" r:id="rId5"/>
    <p:sldId id="314" r:id="rId6"/>
    <p:sldId id="279" r:id="rId7"/>
    <p:sldId id="327" r:id="rId8"/>
    <p:sldId id="333" r:id="rId9"/>
    <p:sldId id="335" r:id="rId10"/>
    <p:sldId id="336" r:id="rId11"/>
    <p:sldId id="316" r:id="rId12"/>
    <p:sldId id="302" r:id="rId13"/>
    <p:sldId id="331" r:id="rId14"/>
    <p:sldId id="332" r:id="rId15"/>
    <p:sldId id="295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31" autoAdjust="0"/>
    <p:restoredTop sz="85404" autoAdjust="0"/>
  </p:normalViewPr>
  <p:slideViewPr>
    <p:cSldViewPr snapToGrid="0">
      <p:cViewPr varScale="1">
        <p:scale>
          <a:sx n="104" d="100"/>
          <a:sy n="104" d="100"/>
        </p:scale>
        <p:origin x="1171" y="77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chez Becerra, Alejandro" userId="6c40396b-7faf-44bd-8d7c-b4c550fe1dde" providerId="ADAL" clId="{CB85CAF8-6FB3-4532-A4B5-8384D075B086}"/>
    <pc:docChg chg="modSld">
      <pc:chgData name="Sanchez Becerra, Alejandro" userId="6c40396b-7faf-44bd-8d7c-b4c550fe1dde" providerId="ADAL" clId="{CB85CAF8-6FB3-4532-A4B5-8384D075B086}" dt="2026-08-27T00:42:15.144" v="3" actId="20577"/>
      <pc:docMkLst>
        <pc:docMk/>
      </pc:docMkLst>
      <pc:sldChg chg="modSp mod">
        <pc:chgData name="Sanchez Becerra, Alejandro" userId="6c40396b-7faf-44bd-8d7c-b4c550fe1dde" providerId="ADAL" clId="{CB85CAF8-6FB3-4532-A4B5-8384D075B086}" dt="2026-08-27T00:42:15.144" v="3" actId="20577"/>
        <pc:sldMkLst>
          <pc:docMk/>
          <pc:sldMk cId="1945015771" sldId="279"/>
        </pc:sldMkLst>
        <pc:spChg chg="mod">
          <ac:chgData name="Sanchez Becerra, Alejandro" userId="6c40396b-7faf-44bd-8d7c-b4c550fe1dde" providerId="ADAL" clId="{CB85CAF8-6FB3-4532-A4B5-8384D075B086}" dt="2026-08-27T00:42:15.144" v="3" actId="20577"/>
          <ac:spMkLst>
            <pc:docMk/>
            <pc:sldMk cId="1945015771" sldId="279"/>
            <ac:spMk id="3" creationId="{3DBCD2F4-630A-1C77-0ABB-6540E0BA0372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eg"/><Relationship Id="rId1" Type="http://schemas.openxmlformats.org/officeDocument/2006/relationships/image" Target="../media/image3.jp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eg"/><Relationship Id="rId1" Type="http://schemas.openxmlformats.org/officeDocument/2006/relationships/image" Target="../media/image3.jp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eg"/><Relationship Id="rId1" Type="http://schemas.openxmlformats.org/officeDocument/2006/relationships/image" Target="../media/image3.jp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eg"/><Relationship Id="rId1" Type="http://schemas.openxmlformats.org/officeDocument/2006/relationships/image" Target="../media/image3.jp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6_2">
  <dgm:title val=""/>
  <dgm:desc val=""/>
  <dgm:catLst>
    <dgm:cat type="accent6" pri="16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6_2">
  <dgm:title val=""/>
  <dgm:desc val=""/>
  <dgm:catLst>
    <dgm:cat type="accent6" pri="16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1DA4E2C-6D98-4D22-839E-1552CE787DD5}" type="doc">
      <dgm:prSet loTypeId="urn:microsoft.com/office/officeart/2018/5/layout/IconCircleLabelList" loCatId="icon" qsTypeId="urn:microsoft.com/office/officeart/2005/8/quickstyle/simple1#1" qsCatId="simple" csTypeId="urn:microsoft.com/office/officeart/2018/5/colors/Iconchunking_neutralbg_accent6_2" csCatId="accent6" phldr="1"/>
      <dgm:spPr/>
      <dgm:t>
        <a:bodyPr/>
        <a:lstStyle/>
        <a:p>
          <a:endParaRPr lang="en-US"/>
        </a:p>
      </dgm:t>
    </dgm:pt>
    <dgm:pt modelId="{961A1DF7-A256-446A-BD20-4D30CB9D8A43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>
              <a:solidFill>
                <a:schemeClr val="tx1"/>
              </a:solidFill>
            </a:rPr>
            <a:t>Introductions</a:t>
          </a:r>
        </a:p>
      </dgm:t>
    </dgm:pt>
    <dgm:pt modelId="{718E4C63-CE00-4B54-952F-2A7086D4D6FF}" type="parTrans" cxnId="{989F6738-557A-4BD7-98CC-8E9DBD688165}">
      <dgm:prSet/>
      <dgm:spPr/>
      <dgm:t>
        <a:bodyPr/>
        <a:lstStyle/>
        <a:p>
          <a:endParaRPr lang="en-US"/>
        </a:p>
      </dgm:t>
    </dgm:pt>
    <dgm:pt modelId="{C5515528-36ED-4356-BAAC-4D6AA6A2BA05}" type="sibTrans" cxnId="{989F6738-557A-4BD7-98CC-8E9DBD688165}">
      <dgm:prSet/>
      <dgm:spPr/>
      <dgm:t>
        <a:bodyPr/>
        <a:lstStyle/>
        <a:p>
          <a:endParaRPr lang="en-US"/>
        </a:p>
      </dgm:t>
    </dgm:pt>
    <dgm:pt modelId="{6CDDCE65-C823-428B-87AC-EC25363F5CB3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>
              <a:solidFill>
                <a:schemeClr val="bg1">
                  <a:lumMod val="75000"/>
                </a:schemeClr>
              </a:solidFill>
            </a:rPr>
            <a:t>CLASS DETAILS</a:t>
          </a:r>
        </a:p>
      </dgm:t>
    </dgm:pt>
    <dgm:pt modelId="{3BE22CE4-4F9B-4C08-B1EE-34D6722F358B}" type="parTrans" cxnId="{FC6D789B-640F-4CF8-8730-DA1780CF96C2}">
      <dgm:prSet/>
      <dgm:spPr/>
      <dgm:t>
        <a:bodyPr/>
        <a:lstStyle/>
        <a:p>
          <a:endParaRPr lang="en-US"/>
        </a:p>
      </dgm:t>
    </dgm:pt>
    <dgm:pt modelId="{6DEE57DC-15F2-4648-9732-8D91DD78DBC8}" type="sibTrans" cxnId="{FC6D789B-640F-4CF8-8730-DA1780CF96C2}">
      <dgm:prSet/>
      <dgm:spPr/>
      <dgm:t>
        <a:bodyPr/>
        <a:lstStyle/>
        <a:p>
          <a:endParaRPr lang="en-US"/>
        </a:p>
      </dgm:t>
    </dgm:pt>
    <dgm:pt modelId="{74DD4B2B-2049-4477-927C-0986A0404C27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>
              <a:solidFill>
                <a:schemeClr val="bg1">
                  <a:lumMod val="75000"/>
                </a:schemeClr>
              </a:solidFill>
            </a:rPr>
            <a:t>COMPUTING Environment</a:t>
          </a:r>
        </a:p>
      </dgm:t>
    </dgm:pt>
    <dgm:pt modelId="{3EBBFC90-3670-42EA-995B-0AB84C81D111}" type="parTrans" cxnId="{FEB4D245-8CEF-42DF-A306-F1DC706C1BC8}">
      <dgm:prSet/>
      <dgm:spPr/>
      <dgm:t>
        <a:bodyPr/>
        <a:lstStyle/>
        <a:p>
          <a:endParaRPr lang="en-US"/>
        </a:p>
      </dgm:t>
    </dgm:pt>
    <dgm:pt modelId="{CAD9AB91-611E-44BF-85A9-79B193757383}" type="sibTrans" cxnId="{FEB4D245-8CEF-42DF-A306-F1DC706C1BC8}">
      <dgm:prSet/>
      <dgm:spPr/>
      <dgm:t>
        <a:bodyPr/>
        <a:lstStyle/>
        <a:p>
          <a:endParaRPr lang="en-US"/>
        </a:p>
      </dgm:t>
    </dgm:pt>
    <dgm:pt modelId="{03D6DE90-1BF9-4D4E-9AB4-1054775BADBE}" type="pres">
      <dgm:prSet presAssocID="{A1DA4E2C-6D98-4D22-839E-1552CE787DD5}" presName="root" presStyleCnt="0">
        <dgm:presLayoutVars>
          <dgm:dir/>
          <dgm:resizeHandles val="exact"/>
        </dgm:presLayoutVars>
      </dgm:prSet>
      <dgm:spPr/>
    </dgm:pt>
    <dgm:pt modelId="{46D41EB8-6BB6-46D1-938A-863096DE2B2C}" type="pres">
      <dgm:prSet presAssocID="{961A1DF7-A256-446A-BD20-4D30CB9D8A43}" presName="compNode" presStyleCnt="0"/>
      <dgm:spPr/>
    </dgm:pt>
    <dgm:pt modelId="{A1AD3946-0ACE-4671-AB30-8B25DFF9722A}" type="pres">
      <dgm:prSet presAssocID="{961A1DF7-A256-446A-BD20-4D30CB9D8A43}" presName="iconBgRect" presStyleLbl="bgShp" presStyleIdx="0" presStyleCnt="3"/>
      <dgm:spPr/>
    </dgm:pt>
    <dgm:pt modelId="{4D8AFE5D-2445-4631-BAF8-E7984A31E63B}" type="pres">
      <dgm:prSet presAssocID="{961A1DF7-A256-446A-BD20-4D30CB9D8A43}" presName="iconRect" presStyleLbl="node1" presStyleIdx="0" presStyleCnt="3"/>
      <dgm:spPr>
        <a:blipFill>
          <a:blip xmlns:r="http://schemas.openxmlformats.org/officeDocument/2006/relationships" r:embed="rId1">
            <a:alphaModFix/>
          </a:blip>
          <a:srcRect/>
          <a:stretch>
            <a:fillRect l="-25000" r="-25000"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 open on a deck with a blackboard in the background"/>
        </a:ext>
      </dgm:extLst>
    </dgm:pt>
    <dgm:pt modelId="{C09FAE76-7D61-4025-A096-1CDACD4C7E87}" type="pres">
      <dgm:prSet presAssocID="{961A1DF7-A256-446A-BD20-4D30CB9D8A43}" presName="spaceRect" presStyleCnt="0"/>
      <dgm:spPr/>
    </dgm:pt>
    <dgm:pt modelId="{7D2F5A32-9EE1-4960-AF07-DE138A3098F2}" type="pres">
      <dgm:prSet presAssocID="{961A1DF7-A256-446A-BD20-4D30CB9D8A43}" presName="textRect" presStyleLbl="revTx" presStyleIdx="0" presStyleCnt="3">
        <dgm:presLayoutVars>
          <dgm:chMax val="1"/>
          <dgm:chPref val="1"/>
        </dgm:presLayoutVars>
      </dgm:prSet>
      <dgm:spPr/>
    </dgm:pt>
    <dgm:pt modelId="{6C6EF9B4-B7D2-450F-A9B9-6F63A1D46896}" type="pres">
      <dgm:prSet presAssocID="{C5515528-36ED-4356-BAAC-4D6AA6A2BA05}" presName="sibTrans" presStyleCnt="0"/>
      <dgm:spPr/>
    </dgm:pt>
    <dgm:pt modelId="{4A7BF2F4-63BE-4DD0-B2A0-4F155B014C44}" type="pres">
      <dgm:prSet presAssocID="{74DD4B2B-2049-4477-927C-0986A0404C27}" presName="compNode" presStyleCnt="0"/>
      <dgm:spPr/>
    </dgm:pt>
    <dgm:pt modelId="{21DB632F-7494-4A80-B209-23D0EFCBBE19}" type="pres">
      <dgm:prSet presAssocID="{74DD4B2B-2049-4477-927C-0986A0404C27}" presName="iconBgRect" presStyleLbl="bgShp" presStyleIdx="1" presStyleCnt="3"/>
      <dgm:spPr/>
    </dgm:pt>
    <dgm:pt modelId="{EEA14683-DBF9-4188-914A-1FE4B6E2326D}" type="pres">
      <dgm:prSet presAssocID="{74DD4B2B-2049-4477-927C-0986A0404C27}" presName="iconRect" presStyleLbl="node1" presStyleIdx="1" presStyleCnt="3"/>
      <dgm:spPr>
        <a:blipFill>
          <a:blip xmlns:r="http://schemas.openxmlformats.org/officeDocument/2006/relationships" r:embed="rId2">
            <a:alphaModFix amt="5000"/>
          </a:blip>
          <a:srcRect/>
          <a:stretch>
            <a:fillRect l="-25000" r="-25000"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lorful oil painting of a sunset"/>
        </a:ext>
      </dgm:extLst>
    </dgm:pt>
    <dgm:pt modelId="{2F891A23-2381-4F8C-9433-537482EC1B2C}" type="pres">
      <dgm:prSet presAssocID="{74DD4B2B-2049-4477-927C-0986A0404C27}" presName="spaceRect" presStyleCnt="0"/>
      <dgm:spPr/>
    </dgm:pt>
    <dgm:pt modelId="{7A30628C-25E8-4577-8964-6D8DF1A88803}" type="pres">
      <dgm:prSet presAssocID="{74DD4B2B-2049-4477-927C-0986A0404C27}" presName="textRect" presStyleLbl="revTx" presStyleIdx="1" presStyleCnt="3">
        <dgm:presLayoutVars>
          <dgm:chMax val="1"/>
          <dgm:chPref val="1"/>
        </dgm:presLayoutVars>
      </dgm:prSet>
      <dgm:spPr/>
    </dgm:pt>
    <dgm:pt modelId="{16EAA3C7-0D6B-4E61-AEE3-02C107648298}" type="pres">
      <dgm:prSet presAssocID="{CAD9AB91-611E-44BF-85A9-79B193757383}" presName="sibTrans" presStyleCnt="0"/>
      <dgm:spPr/>
    </dgm:pt>
    <dgm:pt modelId="{6DF74D7F-9F7B-4986-B856-5A5A31C74BB2}" type="pres">
      <dgm:prSet presAssocID="{6CDDCE65-C823-428B-87AC-EC25363F5CB3}" presName="compNode" presStyleCnt="0"/>
      <dgm:spPr/>
    </dgm:pt>
    <dgm:pt modelId="{40B2DD32-276E-4F3C-93A0-4FC63336581E}" type="pres">
      <dgm:prSet presAssocID="{6CDDCE65-C823-428B-87AC-EC25363F5CB3}" presName="iconBgRect" presStyleLbl="bgShp" presStyleIdx="2" presStyleCnt="3"/>
      <dgm:spPr/>
    </dgm:pt>
    <dgm:pt modelId="{B2FFA1F6-482C-4822-BC1E-4C2119773A98}" type="pres">
      <dgm:prSet presAssocID="{6CDDCE65-C823-428B-87AC-EC25363F5CB3}" presName="iconRect" presStyleLbl="node1" presStyleIdx="2" presStyleCnt="3"/>
      <dgm:spPr>
        <a:blipFill>
          <a:blip xmlns:r="http://schemas.openxmlformats.org/officeDocument/2006/relationships" r:embed="rId3">
            <a:alphaModFix amt="5000"/>
          </a:blip>
          <a:srcRect/>
          <a:stretch>
            <a:fillRect l="-17000" r="-17000"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ctopus in action on the seabed"/>
        </a:ext>
      </dgm:extLst>
    </dgm:pt>
    <dgm:pt modelId="{C080A4DB-45FE-4F2F-AC4E-65E287D521DF}" type="pres">
      <dgm:prSet presAssocID="{6CDDCE65-C823-428B-87AC-EC25363F5CB3}" presName="spaceRect" presStyleCnt="0"/>
      <dgm:spPr/>
    </dgm:pt>
    <dgm:pt modelId="{F6058C23-3FD6-4AE1-B70E-4FDA3463FAFB}" type="pres">
      <dgm:prSet presAssocID="{6CDDCE65-C823-428B-87AC-EC25363F5CB3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D5FAA30C-2332-4841-A13D-5CF2F207041C}" type="presOf" srcId="{961A1DF7-A256-446A-BD20-4D30CB9D8A43}" destId="{7D2F5A32-9EE1-4960-AF07-DE138A3098F2}" srcOrd="0" destOrd="0" presId="urn:microsoft.com/office/officeart/2018/5/layout/IconCircleLabelList"/>
    <dgm:cxn modelId="{A798E51C-AE46-4774-9F4D-E83115E5E86C}" type="presOf" srcId="{74DD4B2B-2049-4477-927C-0986A0404C27}" destId="{7A30628C-25E8-4577-8964-6D8DF1A88803}" srcOrd="0" destOrd="0" presId="urn:microsoft.com/office/officeart/2018/5/layout/IconCircleLabelList"/>
    <dgm:cxn modelId="{71C2BB24-599A-4E6A-A470-DDFF23DB1A3C}" type="presOf" srcId="{A1DA4E2C-6D98-4D22-839E-1552CE787DD5}" destId="{03D6DE90-1BF9-4D4E-9AB4-1054775BADBE}" srcOrd="0" destOrd="0" presId="urn:microsoft.com/office/officeart/2018/5/layout/IconCircleLabelList"/>
    <dgm:cxn modelId="{989F6738-557A-4BD7-98CC-8E9DBD688165}" srcId="{A1DA4E2C-6D98-4D22-839E-1552CE787DD5}" destId="{961A1DF7-A256-446A-BD20-4D30CB9D8A43}" srcOrd="0" destOrd="0" parTransId="{718E4C63-CE00-4B54-952F-2A7086D4D6FF}" sibTransId="{C5515528-36ED-4356-BAAC-4D6AA6A2BA05}"/>
    <dgm:cxn modelId="{FEB4D245-8CEF-42DF-A306-F1DC706C1BC8}" srcId="{A1DA4E2C-6D98-4D22-839E-1552CE787DD5}" destId="{74DD4B2B-2049-4477-927C-0986A0404C27}" srcOrd="1" destOrd="0" parTransId="{3EBBFC90-3670-42EA-995B-0AB84C81D111}" sibTransId="{CAD9AB91-611E-44BF-85A9-79B193757383}"/>
    <dgm:cxn modelId="{FFA90E93-BB5A-4B24-97E6-6D7BA99E6DD3}" type="presOf" srcId="{6CDDCE65-C823-428B-87AC-EC25363F5CB3}" destId="{F6058C23-3FD6-4AE1-B70E-4FDA3463FAFB}" srcOrd="0" destOrd="0" presId="urn:microsoft.com/office/officeart/2018/5/layout/IconCircleLabelList"/>
    <dgm:cxn modelId="{FC6D789B-640F-4CF8-8730-DA1780CF96C2}" srcId="{A1DA4E2C-6D98-4D22-839E-1552CE787DD5}" destId="{6CDDCE65-C823-428B-87AC-EC25363F5CB3}" srcOrd="2" destOrd="0" parTransId="{3BE22CE4-4F9B-4C08-B1EE-34D6722F358B}" sibTransId="{6DEE57DC-15F2-4648-9732-8D91DD78DBC8}"/>
    <dgm:cxn modelId="{DFD8CACA-8183-4349-981F-E278B9B81B91}" type="presParOf" srcId="{03D6DE90-1BF9-4D4E-9AB4-1054775BADBE}" destId="{46D41EB8-6BB6-46D1-938A-863096DE2B2C}" srcOrd="0" destOrd="0" presId="urn:microsoft.com/office/officeart/2018/5/layout/IconCircleLabelList"/>
    <dgm:cxn modelId="{03DF02DF-F898-4802-93FA-3F4E1DC0DB80}" type="presParOf" srcId="{46D41EB8-6BB6-46D1-938A-863096DE2B2C}" destId="{A1AD3946-0ACE-4671-AB30-8B25DFF9722A}" srcOrd="0" destOrd="0" presId="urn:microsoft.com/office/officeart/2018/5/layout/IconCircleLabelList"/>
    <dgm:cxn modelId="{1F1B0D80-A03A-4FE3-966D-E2B6B0F13756}" type="presParOf" srcId="{46D41EB8-6BB6-46D1-938A-863096DE2B2C}" destId="{4D8AFE5D-2445-4631-BAF8-E7984A31E63B}" srcOrd="1" destOrd="0" presId="urn:microsoft.com/office/officeart/2018/5/layout/IconCircleLabelList"/>
    <dgm:cxn modelId="{1FD0EEF4-51E5-44EA-B8BB-B47EA756A86D}" type="presParOf" srcId="{46D41EB8-6BB6-46D1-938A-863096DE2B2C}" destId="{C09FAE76-7D61-4025-A096-1CDACD4C7E87}" srcOrd="2" destOrd="0" presId="urn:microsoft.com/office/officeart/2018/5/layout/IconCircleLabelList"/>
    <dgm:cxn modelId="{6846F86F-D623-43D7-9D6F-6A4569389E0B}" type="presParOf" srcId="{46D41EB8-6BB6-46D1-938A-863096DE2B2C}" destId="{7D2F5A32-9EE1-4960-AF07-DE138A3098F2}" srcOrd="3" destOrd="0" presId="urn:microsoft.com/office/officeart/2018/5/layout/IconCircleLabelList"/>
    <dgm:cxn modelId="{1106CABA-554D-484A-A719-D55D703F3A7C}" type="presParOf" srcId="{03D6DE90-1BF9-4D4E-9AB4-1054775BADBE}" destId="{6C6EF9B4-B7D2-450F-A9B9-6F63A1D46896}" srcOrd="1" destOrd="0" presId="urn:microsoft.com/office/officeart/2018/5/layout/IconCircleLabelList"/>
    <dgm:cxn modelId="{0CBCF553-9E3D-43A8-9705-D1B9BE7D4E28}" type="presParOf" srcId="{03D6DE90-1BF9-4D4E-9AB4-1054775BADBE}" destId="{4A7BF2F4-63BE-4DD0-B2A0-4F155B014C44}" srcOrd="2" destOrd="0" presId="urn:microsoft.com/office/officeart/2018/5/layout/IconCircleLabelList"/>
    <dgm:cxn modelId="{A4BD2551-DA13-4C82-957D-405F80352F09}" type="presParOf" srcId="{4A7BF2F4-63BE-4DD0-B2A0-4F155B014C44}" destId="{21DB632F-7494-4A80-B209-23D0EFCBBE19}" srcOrd="0" destOrd="0" presId="urn:microsoft.com/office/officeart/2018/5/layout/IconCircleLabelList"/>
    <dgm:cxn modelId="{8D334D41-BE2D-4050-B70C-2439834311D8}" type="presParOf" srcId="{4A7BF2F4-63BE-4DD0-B2A0-4F155B014C44}" destId="{EEA14683-DBF9-4188-914A-1FE4B6E2326D}" srcOrd="1" destOrd="0" presId="urn:microsoft.com/office/officeart/2018/5/layout/IconCircleLabelList"/>
    <dgm:cxn modelId="{FFF55A23-65F0-499B-978F-E272315C8D85}" type="presParOf" srcId="{4A7BF2F4-63BE-4DD0-B2A0-4F155B014C44}" destId="{2F891A23-2381-4F8C-9433-537482EC1B2C}" srcOrd="2" destOrd="0" presId="urn:microsoft.com/office/officeart/2018/5/layout/IconCircleLabelList"/>
    <dgm:cxn modelId="{2E485FA5-8499-4CEC-A084-A5BA1AD55B29}" type="presParOf" srcId="{4A7BF2F4-63BE-4DD0-B2A0-4F155B014C44}" destId="{7A30628C-25E8-4577-8964-6D8DF1A88803}" srcOrd="3" destOrd="0" presId="urn:microsoft.com/office/officeart/2018/5/layout/IconCircleLabelList"/>
    <dgm:cxn modelId="{F3548658-F0C9-4CD1-A0E1-E65C9E86B891}" type="presParOf" srcId="{03D6DE90-1BF9-4D4E-9AB4-1054775BADBE}" destId="{16EAA3C7-0D6B-4E61-AEE3-02C107648298}" srcOrd="3" destOrd="0" presId="urn:microsoft.com/office/officeart/2018/5/layout/IconCircleLabelList"/>
    <dgm:cxn modelId="{6F601B1A-5039-4AFE-8431-469DAFB76CB7}" type="presParOf" srcId="{03D6DE90-1BF9-4D4E-9AB4-1054775BADBE}" destId="{6DF74D7F-9F7B-4986-B856-5A5A31C74BB2}" srcOrd="4" destOrd="0" presId="urn:microsoft.com/office/officeart/2018/5/layout/IconCircleLabelList"/>
    <dgm:cxn modelId="{BC5E8F3B-917C-4BC7-840D-30065A8BD33B}" type="presParOf" srcId="{6DF74D7F-9F7B-4986-B856-5A5A31C74BB2}" destId="{40B2DD32-276E-4F3C-93A0-4FC63336581E}" srcOrd="0" destOrd="0" presId="urn:microsoft.com/office/officeart/2018/5/layout/IconCircleLabelList"/>
    <dgm:cxn modelId="{75C29AE9-0DF7-45F7-84C5-41E250104157}" type="presParOf" srcId="{6DF74D7F-9F7B-4986-B856-5A5A31C74BB2}" destId="{B2FFA1F6-482C-4822-BC1E-4C2119773A98}" srcOrd="1" destOrd="0" presId="urn:microsoft.com/office/officeart/2018/5/layout/IconCircleLabelList"/>
    <dgm:cxn modelId="{4F8E5CC0-0A84-4C6C-ACE5-F52DD8491657}" type="presParOf" srcId="{6DF74D7F-9F7B-4986-B856-5A5A31C74BB2}" destId="{C080A4DB-45FE-4F2F-AC4E-65E287D521DF}" srcOrd="2" destOrd="0" presId="urn:microsoft.com/office/officeart/2018/5/layout/IconCircleLabelList"/>
    <dgm:cxn modelId="{18792A99-3FA1-4C72-BA16-1237371D4C5A}" type="presParOf" srcId="{6DF74D7F-9F7B-4986-B856-5A5A31C74BB2}" destId="{F6058C23-3FD6-4AE1-B70E-4FDA3463FAFB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1DA4E2C-6D98-4D22-839E-1552CE787DD5}" type="doc">
      <dgm:prSet loTypeId="urn:microsoft.com/office/officeart/2018/5/layout/IconCircleLabelList" loCatId="icon" qsTypeId="urn:microsoft.com/office/officeart/2005/8/quickstyle/simple1#2" qsCatId="simple" csTypeId="urn:microsoft.com/office/officeart/2018/5/colors/Iconchunking_neutralbg_accent6_2" csCatId="accent6" phldr="1"/>
      <dgm:spPr/>
      <dgm:t>
        <a:bodyPr/>
        <a:lstStyle/>
        <a:p>
          <a:endParaRPr lang="en-US"/>
        </a:p>
      </dgm:t>
    </dgm:pt>
    <dgm:pt modelId="{961A1DF7-A256-446A-BD20-4D30CB9D8A43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>
              <a:solidFill>
                <a:schemeClr val="bg1">
                  <a:lumMod val="75000"/>
                </a:schemeClr>
              </a:solidFill>
            </a:rPr>
            <a:t>Introductions</a:t>
          </a:r>
        </a:p>
      </dgm:t>
    </dgm:pt>
    <dgm:pt modelId="{718E4C63-CE00-4B54-952F-2A7086D4D6FF}" type="parTrans" cxnId="{989F6738-557A-4BD7-98CC-8E9DBD688165}">
      <dgm:prSet/>
      <dgm:spPr/>
      <dgm:t>
        <a:bodyPr/>
        <a:lstStyle/>
        <a:p>
          <a:endParaRPr lang="en-US"/>
        </a:p>
      </dgm:t>
    </dgm:pt>
    <dgm:pt modelId="{C5515528-36ED-4356-BAAC-4D6AA6A2BA05}" type="sibTrans" cxnId="{989F6738-557A-4BD7-98CC-8E9DBD688165}">
      <dgm:prSet/>
      <dgm:spPr/>
      <dgm:t>
        <a:bodyPr/>
        <a:lstStyle/>
        <a:p>
          <a:endParaRPr lang="en-US"/>
        </a:p>
      </dgm:t>
    </dgm:pt>
    <dgm:pt modelId="{6CDDCE65-C823-428B-87AC-EC25363F5CB3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>
              <a:solidFill>
                <a:schemeClr val="bg1">
                  <a:lumMod val="75000"/>
                </a:schemeClr>
              </a:solidFill>
            </a:rPr>
            <a:t>CLASS DETAILS</a:t>
          </a:r>
        </a:p>
      </dgm:t>
    </dgm:pt>
    <dgm:pt modelId="{3BE22CE4-4F9B-4C08-B1EE-34D6722F358B}" type="parTrans" cxnId="{FC6D789B-640F-4CF8-8730-DA1780CF96C2}">
      <dgm:prSet/>
      <dgm:spPr/>
      <dgm:t>
        <a:bodyPr/>
        <a:lstStyle/>
        <a:p>
          <a:endParaRPr lang="en-US"/>
        </a:p>
      </dgm:t>
    </dgm:pt>
    <dgm:pt modelId="{6DEE57DC-15F2-4648-9732-8D91DD78DBC8}" type="sibTrans" cxnId="{FC6D789B-640F-4CF8-8730-DA1780CF96C2}">
      <dgm:prSet/>
      <dgm:spPr/>
      <dgm:t>
        <a:bodyPr/>
        <a:lstStyle/>
        <a:p>
          <a:endParaRPr lang="en-US"/>
        </a:p>
      </dgm:t>
    </dgm:pt>
    <dgm:pt modelId="{74DD4B2B-2049-4477-927C-0986A0404C27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>
              <a:solidFill>
                <a:schemeClr val="tx1"/>
              </a:solidFill>
            </a:rPr>
            <a:t>COMPUTING Environment</a:t>
          </a:r>
        </a:p>
      </dgm:t>
    </dgm:pt>
    <dgm:pt modelId="{3EBBFC90-3670-42EA-995B-0AB84C81D111}" type="parTrans" cxnId="{FEB4D245-8CEF-42DF-A306-F1DC706C1BC8}">
      <dgm:prSet/>
      <dgm:spPr/>
      <dgm:t>
        <a:bodyPr/>
        <a:lstStyle/>
        <a:p>
          <a:endParaRPr lang="en-US"/>
        </a:p>
      </dgm:t>
    </dgm:pt>
    <dgm:pt modelId="{CAD9AB91-611E-44BF-85A9-79B193757383}" type="sibTrans" cxnId="{FEB4D245-8CEF-42DF-A306-F1DC706C1BC8}">
      <dgm:prSet/>
      <dgm:spPr/>
      <dgm:t>
        <a:bodyPr/>
        <a:lstStyle/>
        <a:p>
          <a:endParaRPr lang="en-US"/>
        </a:p>
      </dgm:t>
    </dgm:pt>
    <dgm:pt modelId="{03D6DE90-1BF9-4D4E-9AB4-1054775BADBE}" type="pres">
      <dgm:prSet presAssocID="{A1DA4E2C-6D98-4D22-839E-1552CE787DD5}" presName="root" presStyleCnt="0">
        <dgm:presLayoutVars>
          <dgm:dir/>
          <dgm:resizeHandles val="exact"/>
        </dgm:presLayoutVars>
      </dgm:prSet>
      <dgm:spPr/>
    </dgm:pt>
    <dgm:pt modelId="{46D41EB8-6BB6-46D1-938A-863096DE2B2C}" type="pres">
      <dgm:prSet presAssocID="{961A1DF7-A256-446A-BD20-4D30CB9D8A43}" presName="compNode" presStyleCnt="0"/>
      <dgm:spPr/>
    </dgm:pt>
    <dgm:pt modelId="{A1AD3946-0ACE-4671-AB30-8B25DFF9722A}" type="pres">
      <dgm:prSet presAssocID="{961A1DF7-A256-446A-BD20-4D30CB9D8A43}" presName="iconBgRect" presStyleLbl="bgShp" presStyleIdx="0" presStyleCnt="3"/>
      <dgm:spPr/>
    </dgm:pt>
    <dgm:pt modelId="{4D8AFE5D-2445-4631-BAF8-E7984A31E63B}" type="pres">
      <dgm:prSet presAssocID="{961A1DF7-A256-446A-BD20-4D30CB9D8A43}" presName="iconRect" presStyleLbl="node1" presStyleIdx="0" presStyleCnt="3"/>
      <dgm:spPr>
        <a:blipFill>
          <a:blip xmlns:r="http://schemas.openxmlformats.org/officeDocument/2006/relationships" r:embed="rId1">
            <a:alphaModFix amt="5000"/>
          </a:blip>
          <a:srcRect/>
          <a:stretch>
            <a:fillRect l="-25000" r="-25000"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 open on a deck with a blackboard in the background"/>
        </a:ext>
      </dgm:extLst>
    </dgm:pt>
    <dgm:pt modelId="{C09FAE76-7D61-4025-A096-1CDACD4C7E87}" type="pres">
      <dgm:prSet presAssocID="{961A1DF7-A256-446A-BD20-4D30CB9D8A43}" presName="spaceRect" presStyleCnt="0"/>
      <dgm:spPr/>
    </dgm:pt>
    <dgm:pt modelId="{7D2F5A32-9EE1-4960-AF07-DE138A3098F2}" type="pres">
      <dgm:prSet presAssocID="{961A1DF7-A256-446A-BD20-4D30CB9D8A43}" presName="textRect" presStyleLbl="revTx" presStyleIdx="0" presStyleCnt="3">
        <dgm:presLayoutVars>
          <dgm:chMax val="1"/>
          <dgm:chPref val="1"/>
        </dgm:presLayoutVars>
      </dgm:prSet>
      <dgm:spPr/>
    </dgm:pt>
    <dgm:pt modelId="{6C6EF9B4-B7D2-450F-A9B9-6F63A1D46896}" type="pres">
      <dgm:prSet presAssocID="{C5515528-36ED-4356-BAAC-4D6AA6A2BA05}" presName="sibTrans" presStyleCnt="0"/>
      <dgm:spPr/>
    </dgm:pt>
    <dgm:pt modelId="{4A7BF2F4-63BE-4DD0-B2A0-4F155B014C44}" type="pres">
      <dgm:prSet presAssocID="{74DD4B2B-2049-4477-927C-0986A0404C27}" presName="compNode" presStyleCnt="0"/>
      <dgm:spPr/>
    </dgm:pt>
    <dgm:pt modelId="{21DB632F-7494-4A80-B209-23D0EFCBBE19}" type="pres">
      <dgm:prSet presAssocID="{74DD4B2B-2049-4477-927C-0986A0404C27}" presName="iconBgRect" presStyleLbl="bgShp" presStyleIdx="1" presStyleCnt="3"/>
      <dgm:spPr/>
    </dgm:pt>
    <dgm:pt modelId="{EEA14683-DBF9-4188-914A-1FE4B6E2326D}" type="pres">
      <dgm:prSet presAssocID="{74DD4B2B-2049-4477-927C-0986A0404C27}" presName="iconRect" presStyleLbl="node1" presStyleIdx="1" presStyleCnt="3"/>
      <dgm:spPr>
        <a:blipFill>
          <a:blip xmlns:r="http://schemas.openxmlformats.org/officeDocument/2006/relationships" r:embed="rId2">
            <a:alphaModFix/>
          </a:blip>
          <a:srcRect/>
          <a:stretch>
            <a:fillRect l="-25000" r="-25000"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lorful oil painting of a sunset"/>
        </a:ext>
      </dgm:extLst>
    </dgm:pt>
    <dgm:pt modelId="{2F891A23-2381-4F8C-9433-537482EC1B2C}" type="pres">
      <dgm:prSet presAssocID="{74DD4B2B-2049-4477-927C-0986A0404C27}" presName="spaceRect" presStyleCnt="0"/>
      <dgm:spPr/>
    </dgm:pt>
    <dgm:pt modelId="{7A30628C-25E8-4577-8964-6D8DF1A88803}" type="pres">
      <dgm:prSet presAssocID="{74DD4B2B-2049-4477-927C-0986A0404C27}" presName="textRect" presStyleLbl="revTx" presStyleIdx="1" presStyleCnt="3">
        <dgm:presLayoutVars>
          <dgm:chMax val="1"/>
          <dgm:chPref val="1"/>
        </dgm:presLayoutVars>
      </dgm:prSet>
      <dgm:spPr/>
    </dgm:pt>
    <dgm:pt modelId="{16EAA3C7-0D6B-4E61-AEE3-02C107648298}" type="pres">
      <dgm:prSet presAssocID="{CAD9AB91-611E-44BF-85A9-79B193757383}" presName="sibTrans" presStyleCnt="0"/>
      <dgm:spPr/>
    </dgm:pt>
    <dgm:pt modelId="{6DF74D7F-9F7B-4986-B856-5A5A31C74BB2}" type="pres">
      <dgm:prSet presAssocID="{6CDDCE65-C823-428B-87AC-EC25363F5CB3}" presName="compNode" presStyleCnt="0"/>
      <dgm:spPr/>
    </dgm:pt>
    <dgm:pt modelId="{40B2DD32-276E-4F3C-93A0-4FC63336581E}" type="pres">
      <dgm:prSet presAssocID="{6CDDCE65-C823-428B-87AC-EC25363F5CB3}" presName="iconBgRect" presStyleLbl="bgShp" presStyleIdx="2" presStyleCnt="3"/>
      <dgm:spPr/>
    </dgm:pt>
    <dgm:pt modelId="{B2FFA1F6-482C-4822-BC1E-4C2119773A98}" type="pres">
      <dgm:prSet presAssocID="{6CDDCE65-C823-428B-87AC-EC25363F5CB3}" presName="iconRect" presStyleLbl="node1" presStyleIdx="2" presStyleCnt="3"/>
      <dgm:spPr>
        <a:blipFill>
          <a:blip xmlns:r="http://schemas.openxmlformats.org/officeDocument/2006/relationships" r:embed="rId3">
            <a:alphaModFix amt="5000"/>
          </a:blip>
          <a:srcRect/>
          <a:stretch>
            <a:fillRect l="-17000" r="-17000"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ctopus in action on the seabed"/>
        </a:ext>
      </dgm:extLst>
    </dgm:pt>
    <dgm:pt modelId="{C080A4DB-45FE-4F2F-AC4E-65E287D521DF}" type="pres">
      <dgm:prSet presAssocID="{6CDDCE65-C823-428B-87AC-EC25363F5CB3}" presName="spaceRect" presStyleCnt="0"/>
      <dgm:spPr/>
    </dgm:pt>
    <dgm:pt modelId="{F6058C23-3FD6-4AE1-B70E-4FDA3463FAFB}" type="pres">
      <dgm:prSet presAssocID="{6CDDCE65-C823-428B-87AC-EC25363F5CB3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D5FAA30C-2332-4841-A13D-5CF2F207041C}" type="presOf" srcId="{961A1DF7-A256-446A-BD20-4D30CB9D8A43}" destId="{7D2F5A32-9EE1-4960-AF07-DE138A3098F2}" srcOrd="0" destOrd="0" presId="urn:microsoft.com/office/officeart/2018/5/layout/IconCircleLabelList"/>
    <dgm:cxn modelId="{A798E51C-AE46-4774-9F4D-E83115E5E86C}" type="presOf" srcId="{74DD4B2B-2049-4477-927C-0986A0404C27}" destId="{7A30628C-25E8-4577-8964-6D8DF1A88803}" srcOrd="0" destOrd="0" presId="urn:microsoft.com/office/officeart/2018/5/layout/IconCircleLabelList"/>
    <dgm:cxn modelId="{71C2BB24-599A-4E6A-A470-DDFF23DB1A3C}" type="presOf" srcId="{A1DA4E2C-6D98-4D22-839E-1552CE787DD5}" destId="{03D6DE90-1BF9-4D4E-9AB4-1054775BADBE}" srcOrd="0" destOrd="0" presId="urn:microsoft.com/office/officeart/2018/5/layout/IconCircleLabelList"/>
    <dgm:cxn modelId="{989F6738-557A-4BD7-98CC-8E9DBD688165}" srcId="{A1DA4E2C-6D98-4D22-839E-1552CE787DD5}" destId="{961A1DF7-A256-446A-BD20-4D30CB9D8A43}" srcOrd="0" destOrd="0" parTransId="{718E4C63-CE00-4B54-952F-2A7086D4D6FF}" sibTransId="{C5515528-36ED-4356-BAAC-4D6AA6A2BA05}"/>
    <dgm:cxn modelId="{FEB4D245-8CEF-42DF-A306-F1DC706C1BC8}" srcId="{A1DA4E2C-6D98-4D22-839E-1552CE787DD5}" destId="{74DD4B2B-2049-4477-927C-0986A0404C27}" srcOrd="1" destOrd="0" parTransId="{3EBBFC90-3670-42EA-995B-0AB84C81D111}" sibTransId="{CAD9AB91-611E-44BF-85A9-79B193757383}"/>
    <dgm:cxn modelId="{FFA90E93-BB5A-4B24-97E6-6D7BA99E6DD3}" type="presOf" srcId="{6CDDCE65-C823-428B-87AC-EC25363F5CB3}" destId="{F6058C23-3FD6-4AE1-B70E-4FDA3463FAFB}" srcOrd="0" destOrd="0" presId="urn:microsoft.com/office/officeart/2018/5/layout/IconCircleLabelList"/>
    <dgm:cxn modelId="{FC6D789B-640F-4CF8-8730-DA1780CF96C2}" srcId="{A1DA4E2C-6D98-4D22-839E-1552CE787DD5}" destId="{6CDDCE65-C823-428B-87AC-EC25363F5CB3}" srcOrd="2" destOrd="0" parTransId="{3BE22CE4-4F9B-4C08-B1EE-34D6722F358B}" sibTransId="{6DEE57DC-15F2-4648-9732-8D91DD78DBC8}"/>
    <dgm:cxn modelId="{DFD8CACA-8183-4349-981F-E278B9B81B91}" type="presParOf" srcId="{03D6DE90-1BF9-4D4E-9AB4-1054775BADBE}" destId="{46D41EB8-6BB6-46D1-938A-863096DE2B2C}" srcOrd="0" destOrd="0" presId="urn:microsoft.com/office/officeart/2018/5/layout/IconCircleLabelList"/>
    <dgm:cxn modelId="{03DF02DF-F898-4802-93FA-3F4E1DC0DB80}" type="presParOf" srcId="{46D41EB8-6BB6-46D1-938A-863096DE2B2C}" destId="{A1AD3946-0ACE-4671-AB30-8B25DFF9722A}" srcOrd="0" destOrd="0" presId="urn:microsoft.com/office/officeart/2018/5/layout/IconCircleLabelList"/>
    <dgm:cxn modelId="{1F1B0D80-A03A-4FE3-966D-E2B6B0F13756}" type="presParOf" srcId="{46D41EB8-6BB6-46D1-938A-863096DE2B2C}" destId="{4D8AFE5D-2445-4631-BAF8-E7984A31E63B}" srcOrd="1" destOrd="0" presId="urn:microsoft.com/office/officeart/2018/5/layout/IconCircleLabelList"/>
    <dgm:cxn modelId="{1FD0EEF4-51E5-44EA-B8BB-B47EA756A86D}" type="presParOf" srcId="{46D41EB8-6BB6-46D1-938A-863096DE2B2C}" destId="{C09FAE76-7D61-4025-A096-1CDACD4C7E87}" srcOrd="2" destOrd="0" presId="urn:microsoft.com/office/officeart/2018/5/layout/IconCircleLabelList"/>
    <dgm:cxn modelId="{6846F86F-D623-43D7-9D6F-6A4569389E0B}" type="presParOf" srcId="{46D41EB8-6BB6-46D1-938A-863096DE2B2C}" destId="{7D2F5A32-9EE1-4960-AF07-DE138A3098F2}" srcOrd="3" destOrd="0" presId="urn:microsoft.com/office/officeart/2018/5/layout/IconCircleLabelList"/>
    <dgm:cxn modelId="{1106CABA-554D-484A-A719-D55D703F3A7C}" type="presParOf" srcId="{03D6DE90-1BF9-4D4E-9AB4-1054775BADBE}" destId="{6C6EF9B4-B7D2-450F-A9B9-6F63A1D46896}" srcOrd="1" destOrd="0" presId="urn:microsoft.com/office/officeart/2018/5/layout/IconCircleLabelList"/>
    <dgm:cxn modelId="{0CBCF553-9E3D-43A8-9705-D1B9BE7D4E28}" type="presParOf" srcId="{03D6DE90-1BF9-4D4E-9AB4-1054775BADBE}" destId="{4A7BF2F4-63BE-4DD0-B2A0-4F155B014C44}" srcOrd="2" destOrd="0" presId="urn:microsoft.com/office/officeart/2018/5/layout/IconCircleLabelList"/>
    <dgm:cxn modelId="{A4BD2551-DA13-4C82-957D-405F80352F09}" type="presParOf" srcId="{4A7BF2F4-63BE-4DD0-B2A0-4F155B014C44}" destId="{21DB632F-7494-4A80-B209-23D0EFCBBE19}" srcOrd="0" destOrd="0" presId="urn:microsoft.com/office/officeart/2018/5/layout/IconCircleLabelList"/>
    <dgm:cxn modelId="{8D334D41-BE2D-4050-B70C-2439834311D8}" type="presParOf" srcId="{4A7BF2F4-63BE-4DD0-B2A0-4F155B014C44}" destId="{EEA14683-DBF9-4188-914A-1FE4B6E2326D}" srcOrd="1" destOrd="0" presId="urn:microsoft.com/office/officeart/2018/5/layout/IconCircleLabelList"/>
    <dgm:cxn modelId="{FFF55A23-65F0-499B-978F-E272315C8D85}" type="presParOf" srcId="{4A7BF2F4-63BE-4DD0-B2A0-4F155B014C44}" destId="{2F891A23-2381-4F8C-9433-537482EC1B2C}" srcOrd="2" destOrd="0" presId="urn:microsoft.com/office/officeart/2018/5/layout/IconCircleLabelList"/>
    <dgm:cxn modelId="{2E485FA5-8499-4CEC-A084-A5BA1AD55B29}" type="presParOf" srcId="{4A7BF2F4-63BE-4DD0-B2A0-4F155B014C44}" destId="{7A30628C-25E8-4577-8964-6D8DF1A88803}" srcOrd="3" destOrd="0" presId="urn:microsoft.com/office/officeart/2018/5/layout/IconCircleLabelList"/>
    <dgm:cxn modelId="{F3548658-F0C9-4CD1-A0E1-E65C9E86B891}" type="presParOf" srcId="{03D6DE90-1BF9-4D4E-9AB4-1054775BADBE}" destId="{16EAA3C7-0D6B-4E61-AEE3-02C107648298}" srcOrd="3" destOrd="0" presId="urn:microsoft.com/office/officeart/2018/5/layout/IconCircleLabelList"/>
    <dgm:cxn modelId="{6F601B1A-5039-4AFE-8431-469DAFB76CB7}" type="presParOf" srcId="{03D6DE90-1BF9-4D4E-9AB4-1054775BADBE}" destId="{6DF74D7F-9F7B-4986-B856-5A5A31C74BB2}" srcOrd="4" destOrd="0" presId="urn:microsoft.com/office/officeart/2018/5/layout/IconCircleLabelList"/>
    <dgm:cxn modelId="{BC5E8F3B-917C-4BC7-840D-30065A8BD33B}" type="presParOf" srcId="{6DF74D7F-9F7B-4986-B856-5A5A31C74BB2}" destId="{40B2DD32-276E-4F3C-93A0-4FC63336581E}" srcOrd="0" destOrd="0" presId="urn:microsoft.com/office/officeart/2018/5/layout/IconCircleLabelList"/>
    <dgm:cxn modelId="{75C29AE9-0DF7-45F7-84C5-41E250104157}" type="presParOf" srcId="{6DF74D7F-9F7B-4986-B856-5A5A31C74BB2}" destId="{B2FFA1F6-482C-4822-BC1E-4C2119773A98}" srcOrd="1" destOrd="0" presId="urn:microsoft.com/office/officeart/2018/5/layout/IconCircleLabelList"/>
    <dgm:cxn modelId="{4F8E5CC0-0A84-4C6C-ACE5-F52DD8491657}" type="presParOf" srcId="{6DF74D7F-9F7B-4986-B856-5A5A31C74BB2}" destId="{C080A4DB-45FE-4F2F-AC4E-65E287D521DF}" srcOrd="2" destOrd="0" presId="urn:microsoft.com/office/officeart/2018/5/layout/IconCircleLabelList"/>
    <dgm:cxn modelId="{18792A99-3FA1-4C72-BA16-1237371D4C5A}" type="presParOf" srcId="{6DF74D7F-9F7B-4986-B856-5A5A31C74BB2}" destId="{F6058C23-3FD6-4AE1-B70E-4FDA3463FAFB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AD3946-0ACE-4671-AB30-8B25DFF9722A}">
      <dsp:nvSpPr>
        <dsp:cNvPr id="0" name=""/>
        <dsp:cNvSpPr/>
      </dsp:nvSpPr>
      <dsp:spPr>
        <a:xfrm>
          <a:off x="616949" y="340539"/>
          <a:ext cx="1818562" cy="1818562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8AFE5D-2445-4631-BAF8-E7984A31E63B}">
      <dsp:nvSpPr>
        <dsp:cNvPr id="0" name=""/>
        <dsp:cNvSpPr/>
      </dsp:nvSpPr>
      <dsp:spPr>
        <a:xfrm>
          <a:off x="1004512" y="728102"/>
          <a:ext cx="1043437" cy="1043437"/>
        </a:xfrm>
        <a:prstGeom prst="rect">
          <a:avLst/>
        </a:prstGeom>
        <a:blipFill>
          <a:blip xmlns:r="http://schemas.openxmlformats.org/officeDocument/2006/relationships" r:embed="rId1">
            <a:alphaModFix/>
          </a:blip>
          <a:srcRect/>
          <a:stretch>
            <a:fillRect l="-25000" r="-25000"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2F5A32-9EE1-4960-AF07-DE138A3098F2}">
      <dsp:nvSpPr>
        <dsp:cNvPr id="0" name=""/>
        <dsp:cNvSpPr/>
      </dsp:nvSpPr>
      <dsp:spPr>
        <a:xfrm>
          <a:off x="35606" y="2725540"/>
          <a:ext cx="298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kern="1200" dirty="0">
              <a:solidFill>
                <a:schemeClr val="tx1"/>
              </a:solidFill>
            </a:rPr>
            <a:t>Introductions</a:t>
          </a:r>
        </a:p>
      </dsp:txBody>
      <dsp:txXfrm>
        <a:off x="35606" y="2725540"/>
        <a:ext cx="2981250" cy="720000"/>
      </dsp:txXfrm>
    </dsp:sp>
    <dsp:sp modelId="{21DB632F-7494-4A80-B209-23D0EFCBBE19}">
      <dsp:nvSpPr>
        <dsp:cNvPr id="0" name=""/>
        <dsp:cNvSpPr/>
      </dsp:nvSpPr>
      <dsp:spPr>
        <a:xfrm>
          <a:off x="4119918" y="340539"/>
          <a:ext cx="1818562" cy="1818562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A14683-DBF9-4188-914A-1FE4B6E2326D}">
      <dsp:nvSpPr>
        <dsp:cNvPr id="0" name=""/>
        <dsp:cNvSpPr/>
      </dsp:nvSpPr>
      <dsp:spPr>
        <a:xfrm>
          <a:off x="4507481" y="728102"/>
          <a:ext cx="1043437" cy="1043437"/>
        </a:xfrm>
        <a:prstGeom prst="rect">
          <a:avLst/>
        </a:prstGeom>
        <a:blipFill>
          <a:blip xmlns:r="http://schemas.openxmlformats.org/officeDocument/2006/relationships" r:embed="rId2">
            <a:alphaModFix amt="5000"/>
          </a:blip>
          <a:srcRect/>
          <a:stretch>
            <a:fillRect l="-25000" r="-25000"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30628C-25E8-4577-8964-6D8DF1A88803}">
      <dsp:nvSpPr>
        <dsp:cNvPr id="0" name=""/>
        <dsp:cNvSpPr/>
      </dsp:nvSpPr>
      <dsp:spPr>
        <a:xfrm>
          <a:off x="3538574" y="2725540"/>
          <a:ext cx="298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kern="1200" dirty="0">
              <a:solidFill>
                <a:schemeClr val="bg1">
                  <a:lumMod val="75000"/>
                </a:schemeClr>
              </a:solidFill>
            </a:rPr>
            <a:t>COMPUTING Environment</a:t>
          </a:r>
        </a:p>
      </dsp:txBody>
      <dsp:txXfrm>
        <a:off x="3538574" y="2725540"/>
        <a:ext cx="2981250" cy="720000"/>
      </dsp:txXfrm>
    </dsp:sp>
    <dsp:sp modelId="{40B2DD32-276E-4F3C-93A0-4FC63336581E}">
      <dsp:nvSpPr>
        <dsp:cNvPr id="0" name=""/>
        <dsp:cNvSpPr/>
      </dsp:nvSpPr>
      <dsp:spPr>
        <a:xfrm>
          <a:off x="7622887" y="340539"/>
          <a:ext cx="1818562" cy="1818562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FFA1F6-482C-4822-BC1E-4C2119773A98}">
      <dsp:nvSpPr>
        <dsp:cNvPr id="0" name=""/>
        <dsp:cNvSpPr/>
      </dsp:nvSpPr>
      <dsp:spPr>
        <a:xfrm>
          <a:off x="8010450" y="728102"/>
          <a:ext cx="1043437" cy="1043437"/>
        </a:xfrm>
        <a:prstGeom prst="rect">
          <a:avLst/>
        </a:prstGeom>
        <a:blipFill>
          <a:blip xmlns:r="http://schemas.openxmlformats.org/officeDocument/2006/relationships" r:embed="rId3">
            <a:alphaModFix amt="5000"/>
          </a:blip>
          <a:srcRect/>
          <a:stretch>
            <a:fillRect l="-17000" r="-17000"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058C23-3FD6-4AE1-B70E-4FDA3463FAFB}">
      <dsp:nvSpPr>
        <dsp:cNvPr id="0" name=""/>
        <dsp:cNvSpPr/>
      </dsp:nvSpPr>
      <dsp:spPr>
        <a:xfrm>
          <a:off x="7041543" y="2725540"/>
          <a:ext cx="298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kern="1200" dirty="0">
              <a:solidFill>
                <a:schemeClr val="bg1">
                  <a:lumMod val="75000"/>
                </a:schemeClr>
              </a:solidFill>
            </a:rPr>
            <a:t>CLASS DETAILS</a:t>
          </a:r>
        </a:p>
      </dsp:txBody>
      <dsp:txXfrm>
        <a:off x="7041543" y="2725540"/>
        <a:ext cx="298125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AD3946-0ACE-4671-AB30-8B25DFF9722A}">
      <dsp:nvSpPr>
        <dsp:cNvPr id="0" name=""/>
        <dsp:cNvSpPr/>
      </dsp:nvSpPr>
      <dsp:spPr>
        <a:xfrm>
          <a:off x="616949" y="340539"/>
          <a:ext cx="1818562" cy="1818562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8AFE5D-2445-4631-BAF8-E7984A31E63B}">
      <dsp:nvSpPr>
        <dsp:cNvPr id="0" name=""/>
        <dsp:cNvSpPr/>
      </dsp:nvSpPr>
      <dsp:spPr>
        <a:xfrm>
          <a:off x="1004512" y="728102"/>
          <a:ext cx="1043437" cy="1043437"/>
        </a:xfrm>
        <a:prstGeom prst="rect">
          <a:avLst/>
        </a:prstGeom>
        <a:blipFill>
          <a:blip xmlns:r="http://schemas.openxmlformats.org/officeDocument/2006/relationships" r:embed="rId1">
            <a:alphaModFix amt="5000"/>
          </a:blip>
          <a:srcRect/>
          <a:stretch>
            <a:fillRect l="-25000" r="-25000"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2F5A32-9EE1-4960-AF07-DE138A3098F2}">
      <dsp:nvSpPr>
        <dsp:cNvPr id="0" name=""/>
        <dsp:cNvSpPr/>
      </dsp:nvSpPr>
      <dsp:spPr>
        <a:xfrm>
          <a:off x="35606" y="2725540"/>
          <a:ext cx="298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kern="1200" dirty="0">
              <a:solidFill>
                <a:schemeClr val="bg1">
                  <a:lumMod val="75000"/>
                </a:schemeClr>
              </a:solidFill>
            </a:rPr>
            <a:t>Introductions</a:t>
          </a:r>
        </a:p>
      </dsp:txBody>
      <dsp:txXfrm>
        <a:off x="35606" y="2725540"/>
        <a:ext cx="2981250" cy="720000"/>
      </dsp:txXfrm>
    </dsp:sp>
    <dsp:sp modelId="{21DB632F-7494-4A80-B209-23D0EFCBBE19}">
      <dsp:nvSpPr>
        <dsp:cNvPr id="0" name=""/>
        <dsp:cNvSpPr/>
      </dsp:nvSpPr>
      <dsp:spPr>
        <a:xfrm>
          <a:off x="4119918" y="340539"/>
          <a:ext cx="1818562" cy="1818562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A14683-DBF9-4188-914A-1FE4B6E2326D}">
      <dsp:nvSpPr>
        <dsp:cNvPr id="0" name=""/>
        <dsp:cNvSpPr/>
      </dsp:nvSpPr>
      <dsp:spPr>
        <a:xfrm>
          <a:off x="4507481" y="728102"/>
          <a:ext cx="1043437" cy="1043437"/>
        </a:xfrm>
        <a:prstGeom prst="rect">
          <a:avLst/>
        </a:prstGeom>
        <a:blipFill>
          <a:blip xmlns:r="http://schemas.openxmlformats.org/officeDocument/2006/relationships" r:embed="rId2">
            <a:alphaModFix/>
          </a:blip>
          <a:srcRect/>
          <a:stretch>
            <a:fillRect l="-25000" r="-25000"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30628C-25E8-4577-8964-6D8DF1A88803}">
      <dsp:nvSpPr>
        <dsp:cNvPr id="0" name=""/>
        <dsp:cNvSpPr/>
      </dsp:nvSpPr>
      <dsp:spPr>
        <a:xfrm>
          <a:off x="3538574" y="2725540"/>
          <a:ext cx="298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kern="1200" dirty="0">
              <a:solidFill>
                <a:schemeClr val="tx1"/>
              </a:solidFill>
            </a:rPr>
            <a:t>COMPUTING Environment</a:t>
          </a:r>
        </a:p>
      </dsp:txBody>
      <dsp:txXfrm>
        <a:off x="3538574" y="2725540"/>
        <a:ext cx="2981250" cy="720000"/>
      </dsp:txXfrm>
    </dsp:sp>
    <dsp:sp modelId="{40B2DD32-276E-4F3C-93A0-4FC63336581E}">
      <dsp:nvSpPr>
        <dsp:cNvPr id="0" name=""/>
        <dsp:cNvSpPr/>
      </dsp:nvSpPr>
      <dsp:spPr>
        <a:xfrm>
          <a:off x="7622887" y="340539"/>
          <a:ext cx="1818562" cy="1818562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FFA1F6-482C-4822-BC1E-4C2119773A98}">
      <dsp:nvSpPr>
        <dsp:cNvPr id="0" name=""/>
        <dsp:cNvSpPr/>
      </dsp:nvSpPr>
      <dsp:spPr>
        <a:xfrm>
          <a:off x="8010450" y="728102"/>
          <a:ext cx="1043437" cy="1043437"/>
        </a:xfrm>
        <a:prstGeom prst="rect">
          <a:avLst/>
        </a:prstGeom>
        <a:blipFill>
          <a:blip xmlns:r="http://schemas.openxmlformats.org/officeDocument/2006/relationships" r:embed="rId3">
            <a:alphaModFix amt="5000"/>
          </a:blip>
          <a:srcRect/>
          <a:stretch>
            <a:fillRect l="-17000" r="-17000"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058C23-3FD6-4AE1-B70E-4FDA3463FAFB}">
      <dsp:nvSpPr>
        <dsp:cNvPr id="0" name=""/>
        <dsp:cNvSpPr/>
      </dsp:nvSpPr>
      <dsp:spPr>
        <a:xfrm>
          <a:off x="7041543" y="2725540"/>
          <a:ext cx="298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kern="1200" dirty="0">
              <a:solidFill>
                <a:schemeClr val="bg1">
                  <a:lumMod val="75000"/>
                </a:schemeClr>
              </a:solidFill>
            </a:rPr>
            <a:t>CLASS DETAILS</a:t>
          </a:r>
        </a:p>
      </dsp:txBody>
      <dsp:txXfrm>
        <a:off x="7041543" y="2725540"/>
        <a:ext cx="29812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D01546-198A-4195-BCF8-F0FF54C90E5E}" type="datetimeFigureOut">
              <a:rPr lang="en-US" smtClean="0"/>
              <a:t>8/26/2026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6DE88F-1F85-4A27-9D34-D74A50E7B0D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0091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6DE88F-1F85-4A27-9D34-D74A50E7B0DA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0484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6DE88F-1F85-4A27-9D34-D74A50E7B0DA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07542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6DE88F-1F85-4A27-9D34-D74A50E7B0DA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88886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88D38747-4367-4BD2-8D51-C97E202738E2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57895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9714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AE507A8-A5CF-4D38-AB86-7EDDA87A85D4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0715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52274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6464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64680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223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3E0277FD-7DE6-41D4-930D-AC99F5AFE54E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1357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41537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ED0CC-082F-4160-86E5-0D6041F12778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112565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073ED0CC-082F-4160-86E5-0D6041F12778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7893762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073ED0CC-082F-4160-86E5-0D6041F12778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505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62" r:id="rId2"/>
    <p:sldLayoutId id="2147483763" r:id="rId3"/>
    <p:sldLayoutId id="2147483764" r:id="rId4"/>
    <p:sldLayoutId id="2147483765" r:id="rId5"/>
    <p:sldLayoutId id="2147483766" r:id="rId6"/>
    <p:sldLayoutId id="2147483767" r:id="rId7"/>
    <p:sldLayoutId id="2147483768" r:id="rId8"/>
    <p:sldLayoutId id="2147483769" r:id="rId9"/>
    <p:sldLayoutId id="2147483770" r:id="rId10"/>
    <p:sldLayoutId id="2147483771" r:id="rId11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microsoft.com/office/2007/relationships/hdphoto" Target="../media/hdphoto2.wdp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hyperlink" Target="https://canvas.emory.edu/courses/118454/files/10208766?module_item_id=2314562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hyperlink" Target="https://canvas.emory.edu/courses/118454/files/10208784?module_item_id=2314569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14.png"/><Relationship Id="rId4" Type="http://schemas.openxmlformats.org/officeDocument/2006/relationships/image" Target="../media/image1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8D511D2-9CF1-40DE-BB88-A5A48A0E8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A1C807-B9AD-4C9B-BF9F-60F034289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91" r="9091"/>
          <a:stretch/>
        </p:blipFill>
        <p:spPr>
          <a:xfrm>
            <a:off x="20" y="309500"/>
            <a:ext cx="12191980" cy="6857990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40ADCA80-A0B1-4379-94EC-0A1A73BE1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38068" y="457200"/>
            <a:ext cx="3703320" cy="5935132"/>
            <a:chOff x="438068" y="457200"/>
            <a:chExt cx="3703320" cy="5935132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EB4D79C-3A0E-4CB5-9A3D-BB816FD52C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8" y="618067"/>
              <a:ext cx="3702134" cy="5774265"/>
            </a:xfrm>
            <a:prstGeom prst="rect">
              <a:avLst/>
            </a:prstGeom>
            <a:solidFill>
              <a:schemeClr val="accent1">
                <a:alpha val="97000"/>
              </a:schemeClr>
            </a:solidFill>
            <a:ln w="6350" cmpd="sng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839C3D0-536E-4C48-A1C1-D9B718A843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8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4200" y="2142067"/>
            <a:ext cx="3412067" cy="2971801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DATA SCI 530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Computing 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4200" y="5145513"/>
            <a:ext cx="3412067" cy="738820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accent1">
                    <a:lumMod val="50000"/>
                    <a:lumOff val="50000"/>
                  </a:schemeClr>
                </a:solidFill>
              </a:rPr>
              <a:t>Dr. Alejandro S</a:t>
            </a:r>
            <a:r>
              <a:rPr lang="es-CO">
                <a:solidFill>
                  <a:schemeClr val="accent1">
                    <a:lumMod val="50000"/>
                    <a:lumOff val="50000"/>
                  </a:schemeClr>
                </a:solidFill>
              </a:rPr>
              <a:t>ánchez Becerra</a:t>
            </a:r>
            <a:endParaRPr lang="en-US">
              <a:solidFill>
                <a:schemeClr val="accent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CBD3A8-CDE4-1696-E619-012C384A27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8521" y="1122379"/>
            <a:ext cx="2041228" cy="2382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884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70A51-440B-A3CF-A517-072181379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Agenda</a:t>
            </a:r>
          </a:p>
        </p:txBody>
      </p:sp>
      <p:graphicFrame>
        <p:nvGraphicFramePr>
          <p:cNvPr id="4" name="Content Placeholder 7">
            <a:extLst>
              <a:ext uri="{FF2B5EF4-FFF2-40B4-BE49-F238E27FC236}">
                <a16:creationId xmlns:a16="http://schemas.microsoft.com/office/drawing/2014/main" id="{6A519A9E-6850-7285-E3AE-0CDFA906785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62016745"/>
              </p:ext>
            </p:extLst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464567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F3285-3216-C07A-FB54-01A994D95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6345" y="747608"/>
            <a:ext cx="3631582" cy="810437"/>
          </a:xfrm>
        </p:spPr>
        <p:txBody>
          <a:bodyPr>
            <a:normAutofit/>
          </a:bodyPr>
          <a:lstStyle/>
          <a:p>
            <a:r>
              <a:rPr lang="en-US" dirty="0"/>
              <a:t>Main Instructor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BCD2F4-630A-1C77-0ABB-6540E0BA0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6725" y="2119400"/>
            <a:ext cx="4592873" cy="3990991"/>
          </a:xfrm>
        </p:spPr>
        <p:txBody>
          <a:bodyPr>
            <a:normAutofit fontScale="85000" lnSpcReduction="10000"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1800" dirty="0"/>
              <a:t> My name is Alejandro Sánchez Becerra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1800" dirty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1800" dirty="0"/>
              <a:t>I did my Ph.D. in Economics at the University of Pennsylvania and completed a post-doc at New York University.</a:t>
            </a:r>
          </a:p>
          <a:p>
            <a:pPr marL="0" indent="0" algn="just">
              <a:buNone/>
            </a:pPr>
            <a:endParaRPr lang="en-US" sz="1800" dirty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1800" dirty="0"/>
              <a:t> I’m originally from Bogotá, Colombia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18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/>
              <a:t> My research focuses on causal inference, machine learning, network analysis, and external validity.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/>
              <a:t>I am a research affiliate of Emory’s AI Humanity Initiative and NYU’s Development Research Institute.</a:t>
            </a:r>
          </a:p>
        </p:txBody>
      </p:sp>
      <p:sp>
        <p:nvSpPr>
          <p:cNvPr id="7" name="AutoShape 2" descr="No photo description available.">
            <a:extLst>
              <a:ext uri="{FF2B5EF4-FFF2-40B4-BE49-F238E27FC236}">
                <a16:creationId xmlns:a16="http://schemas.microsoft.com/office/drawing/2014/main" id="{C9C9E0C5-FD02-F716-B924-E4719521C9D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3457" y="3197087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pic>
        <p:nvPicPr>
          <p:cNvPr id="6" name="Picture 4" descr="Bogotá Family Vacation Guide | Things to See &amp; Do | Four Seasons">
            <a:extLst>
              <a:ext uri="{FF2B5EF4-FFF2-40B4-BE49-F238E27FC236}">
                <a16:creationId xmlns:a16="http://schemas.microsoft.com/office/drawing/2014/main" id="{C5123AC7-8839-2F4A-2CB6-49613E2550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2403" y="3015651"/>
            <a:ext cx="5098176" cy="2112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50157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741856D-B06C-BB0C-D5EC-311164222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120" y="302527"/>
            <a:ext cx="6571518" cy="1450757"/>
          </a:xfrm>
        </p:spPr>
        <p:txBody>
          <a:bodyPr>
            <a:normAutofit/>
          </a:bodyPr>
          <a:lstStyle/>
          <a:p>
            <a:r>
              <a:rPr lang="en-US" dirty="0"/>
              <a:t>My teaching philosophy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492AA1E-D4A7-371E-0DA8-526339B84B56}"/>
              </a:ext>
            </a:extLst>
          </p:cNvPr>
          <p:cNvSpPr txBox="1"/>
          <p:nvPr/>
        </p:nvSpPr>
        <p:spPr>
          <a:xfrm>
            <a:off x="934278" y="2294760"/>
            <a:ext cx="10605053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Interactive classes with hand-on learning.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Introduce key data science tools through real world examples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Encourage creative exploration.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One-on-one advising in office hours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Combination of theory and practice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Mentoring on communication</a:t>
            </a:r>
          </a:p>
        </p:txBody>
      </p:sp>
      <p:pic>
        <p:nvPicPr>
          <p:cNvPr id="3" name="Graphic 2" descr="Wireless with solid fill">
            <a:extLst>
              <a:ext uri="{FF2B5EF4-FFF2-40B4-BE49-F238E27FC236}">
                <a16:creationId xmlns:a16="http://schemas.microsoft.com/office/drawing/2014/main" id="{9746CA8A-C257-9D97-C1FB-9AD7441C81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07886" y="675409"/>
            <a:ext cx="704994" cy="704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753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D14D7-F58F-420B-A656-85434D7D2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1C60AC-EF8D-B16E-CD83-CFDD7AA9790C}"/>
              </a:ext>
            </a:extLst>
          </p:cNvPr>
          <p:cNvSpPr txBox="1"/>
          <p:nvPr/>
        </p:nvSpPr>
        <p:spPr>
          <a:xfrm>
            <a:off x="838200" y="2213535"/>
            <a:ext cx="7294418" cy="2939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>
              <a:spcBef>
                <a:spcPts val="0"/>
              </a:spcBef>
              <a:spcAft>
                <a:spcPts val="0"/>
              </a:spcAft>
            </a:pPr>
            <a:r>
              <a:rPr lang="en-US" sz="2000" b="1" dirty="0"/>
              <a:t>CLASS REQUIREMENTS </a:t>
            </a:r>
          </a:p>
          <a:p>
            <a:pPr marL="285750" marR="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marR="0">
              <a:spcBef>
                <a:spcPts val="0"/>
              </a:spcBef>
              <a:spcAft>
                <a:spcPts val="115"/>
              </a:spcAft>
            </a:pPr>
            <a:r>
              <a:rPr lang="en-US" sz="2000" dirty="0" err="1"/>
              <a:t>Homeworks</a:t>
            </a:r>
            <a:r>
              <a:rPr lang="en-US" sz="2000" dirty="0"/>
              <a:t> (60% total):</a:t>
            </a:r>
          </a:p>
          <a:p>
            <a:pPr marR="0">
              <a:spcBef>
                <a:spcPts val="0"/>
              </a:spcBef>
              <a:spcAft>
                <a:spcPts val="115"/>
              </a:spcAft>
            </a:pPr>
            <a:r>
              <a:rPr lang="en-US" sz="2000" dirty="0"/>
              <a:t>	6 </a:t>
            </a:r>
            <a:r>
              <a:rPr lang="en-US" sz="2000" dirty="0" err="1"/>
              <a:t>homeworks</a:t>
            </a:r>
            <a:endParaRPr lang="en-US" sz="2000" dirty="0"/>
          </a:p>
          <a:p>
            <a:pPr marR="0">
              <a:spcBef>
                <a:spcPts val="0"/>
              </a:spcBef>
              <a:spcAft>
                <a:spcPts val="115"/>
              </a:spcAft>
            </a:pPr>
            <a:r>
              <a:rPr lang="en-US" sz="2000" dirty="0"/>
              <a:t>Self-directed projects 30%)</a:t>
            </a:r>
          </a:p>
          <a:p>
            <a:pPr marR="0">
              <a:spcBef>
                <a:spcPts val="0"/>
              </a:spcBef>
              <a:spcAft>
                <a:spcPts val="115"/>
              </a:spcAft>
            </a:pPr>
            <a:r>
              <a:rPr lang="en-US" sz="2000" dirty="0"/>
              <a:t>	3 written deliverables</a:t>
            </a:r>
          </a:p>
          <a:p>
            <a:pPr marR="0">
              <a:spcBef>
                <a:spcPts val="0"/>
              </a:spcBef>
              <a:spcAft>
                <a:spcPts val="115"/>
              </a:spcAft>
            </a:pPr>
            <a:r>
              <a:rPr lang="en-US" sz="2000" dirty="0"/>
              <a:t>In-class workshop (10%)</a:t>
            </a:r>
          </a:p>
          <a:p>
            <a:pPr marR="0">
              <a:spcBef>
                <a:spcPts val="0"/>
              </a:spcBef>
              <a:spcAft>
                <a:spcPts val="115"/>
              </a:spcAft>
            </a:pPr>
            <a:r>
              <a:rPr lang="en-US" sz="2000" dirty="0"/>
              <a:t>	Last day of class</a:t>
            </a:r>
          </a:p>
          <a:p>
            <a:pPr marL="342900" indent="-342900">
              <a:spcAft>
                <a:spcPts val="115"/>
              </a:spcAft>
              <a:buFontTx/>
              <a:buChar char="-"/>
            </a:pPr>
            <a:endParaRPr lang="en-US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FC2E7A-EF98-14AC-C216-1549AA3D5B04}"/>
              </a:ext>
            </a:extLst>
          </p:cNvPr>
          <p:cNvSpPr txBox="1"/>
          <p:nvPr/>
        </p:nvSpPr>
        <p:spPr>
          <a:xfrm>
            <a:off x="6802904" y="2213535"/>
            <a:ext cx="432464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>
              <a:spcBef>
                <a:spcPts val="0"/>
              </a:spcBef>
              <a:spcAft>
                <a:spcPts val="0"/>
              </a:spcAft>
            </a:pPr>
            <a:r>
              <a:rPr lang="en-US" sz="2000" b="1" dirty="0"/>
              <a:t>HOMEWORK POLICY</a:t>
            </a:r>
          </a:p>
          <a:p>
            <a:pPr marR="0">
              <a:spcBef>
                <a:spcPts val="0"/>
              </a:spcBef>
              <a:spcAft>
                <a:spcPts val="0"/>
              </a:spcAft>
            </a:pPr>
            <a:endParaRPr lang="en-US" sz="2000" dirty="0"/>
          </a:p>
          <a:p>
            <a:pPr marR="0">
              <a:spcBef>
                <a:spcPts val="0"/>
              </a:spcBef>
              <a:spcAft>
                <a:spcPts val="0"/>
              </a:spcAft>
            </a:pPr>
            <a:r>
              <a:rPr lang="en-US" sz="2000" dirty="0"/>
              <a:t>- All assignments submitted past the deadline will be graded for half credit.</a:t>
            </a:r>
          </a:p>
          <a:p>
            <a:pPr marR="0">
              <a:spcBef>
                <a:spcPts val="0"/>
              </a:spcBef>
              <a:spcAft>
                <a:spcPts val="0"/>
              </a:spcAft>
            </a:pPr>
            <a:r>
              <a:rPr lang="en-US" sz="2000" dirty="0"/>
              <a:t>- We will automatically drop the worst homework assignment.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603D186-832F-CFFF-2142-60A0F25C7C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3476347"/>
              </p:ext>
            </p:extLst>
          </p:nvPr>
        </p:nvGraphicFramePr>
        <p:xfrm>
          <a:off x="1870865" y="5440807"/>
          <a:ext cx="8450270" cy="6096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45027">
                  <a:extLst>
                    <a:ext uri="{9D8B030D-6E8A-4147-A177-3AD203B41FA5}">
                      <a16:colId xmlns:a16="http://schemas.microsoft.com/office/drawing/2014/main" val="706129652"/>
                    </a:ext>
                  </a:extLst>
                </a:gridCol>
                <a:gridCol w="845027">
                  <a:extLst>
                    <a:ext uri="{9D8B030D-6E8A-4147-A177-3AD203B41FA5}">
                      <a16:colId xmlns:a16="http://schemas.microsoft.com/office/drawing/2014/main" val="3730149986"/>
                    </a:ext>
                  </a:extLst>
                </a:gridCol>
                <a:gridCol w="845027">
                  <a:extLst>
                    <a:ext uri="{9D8B030D-6E8A-4147-A177-3AD203B41FA5}">
                      <a16:colId xmlns:a16="http://schemas.microsoft.com/office/drawing/2014/main" val="624845969"/>
                    </a:ext>
                  </a:extLst>
                </a:gridCol>
                <a:gridCol w="845027">
                  <a:extLst>
                    <a:ext uri="{9D8B030D-6E8A-4147-A177-3AD203B41FA5}">
                      <a16:colId xmlns:a16="http://schemas.microsoft.com/office/drawing/2014/main" val="1338961139"/>
                    </a:ext>
                  </a:extLst>
                </a:gridCol>
                <a:gridCol w="845027">
                  <a:extLst>
                    <a:ext uri="{9D8B030D-6E8A-4147-A177-3AD203B41FA5}">
                      <a16:colId xmlns:a16="http://schemas.microsoft.com/office/drawing/2014/main" val="3791004414"/>
                    </a:ext>
                  </a:extLst>
                </a:gridCol>
                <a:gridCol w="845027">
                  <a:extLst>
                    <a:ext uri="{9D8B030D-6E8A-4147-A177-3AD203B41FA5}">
                      <a16:colId xmlns:a16="http://schemas.microsoft.com/office/drawing/2014/main" val="579146745"/>
                    </a:ext>
                  </a:extLst>
                </a:gridCol>
                <a:gridCol w="845027">
                  <a:extLst>
                    <a:ext uri="{9D8B030D-6E8A-4147-A177-3AD203B41FA5}">
                      <a16:colId xmlns:a16="http://schemas.microsoft.com/office/drawing/2014/main" val="3534083279"/>
                    </a:ext>
                  </a:extLst>
                </a:gridCol>
                <a:gridCol w="845027">
                  <a:extLst>
                    <a:ext uri="{9D8B030D-6E8A-4147-A177-3AD203B41FA5}">
                      <a16:colId xmlns:a16="http://schemas.microsoft.com/office/drawing/2014/main" val="3335757908"/>
                    </a:ext>
                  </a:extLst>
                </a:gridCol>
                <a:gridCol w="845027">
                  <a:extLst>
                    <a:ext uri="{9D8B030D-6E8A-4147-A177-3AD203B41FA5}">
                      <a16:colId xmlns:a16="http://schemas.microsoft.com/office/drawing/2014/main" val="4099010805"/>
                    </a:ext>
                  </a:extLst>
                </a:gridCol>
                <a:gridCol w="845027">
                  <a:extLst>
                    <a:ext uri="{9D8B030D-6E8A-4147-A177-3AD203B41FA5}">
                      <a16:colId xmlns:a16="http://schemas.microsoft.com/office/drawing/2014/main" val="129124152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A</a:t>
                      </a:r>
                      <a:endParaRPr lang="en-US" sz="20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A-</a:t>
                      </a:r>
                      <a:endParaRPr lang="en-US" sz="20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B+</a:t>
                      </a:r>
                      <a:endParaRPr lang="en-US" sz="20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B</a:t>
                      </a:r>
                      <a:endParaRPr lang="en-US" sz="20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B-</a:t>
                      </a:r>
                      <a:endParaRPr lang="en-US" sz="20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C+</a:t>
                      </a:r>
                      <a:endParaRPr lang="en-US" sz="20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C</a:t>
                      </a:r>
                      <a:endParaRPr lang="en-US" sz="20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C-</a:t>
                      </a:r>
                      <a:endParaRPr lang="en-US" sz="20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D</a:t>
                      </a:r>
                      <a:endParaRPr lang="en-US" sz="20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F</a:t>
                      </a:r>
                      <a:endParaRPr lang="en-US" sz="20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535863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93+</a:t>
                      </a:r>
                      <a:endParaRPr lang="en-US" sz="20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87-92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83-86</a:t>
                      </a:r>
                      <a:endParaRPr lang="en-US" sz="20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80-82</a:t>
                      </a:r>
                      <a:endParaRPr lang="en-US" sz="20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75-79</a:t>
                      </a:r>
                      <a:endParaRPr lang="en-US" sz="20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70-74</a:t>
                      </a:r>
                      <a:endParaRPr lang="en-US" sz="20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65-69</a:t>
                      </a:r>
                      <a:endParaRPr lang="en-US" sz="20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60-64</a:t>
                      </a:r>
                      <a:endParaRPr lang="en-US" sz="20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55-59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0-54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858565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16599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C916D-19E9-C1E2-DF8A-E612ED733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CONTENT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2445E3-3EE6-E620-66E9-FC641F3B6F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Wingdings 2" panose="05020102010507070707" pitchFamily="18" charset="2"/>
              <a:buAutoNum type="arabicPeriod"/>
            </a:pPr>
            <a:r>
              <a:rPr lang="en-US" sz="2000" dirty="0"/>
              <a:t>Programming essentials in Python </a:t>
            </a:r>
          </a:p>
          <a:p>
            <a:pPr marL="342900" indent="-342900">
              <a:buFont typeface="Wingdings 2" panose="05020102010507070707" pitchFamily="18" charset="2"/>
              <a:buAutoNum type="arabicPeriod"/>
            </a:pPr>
            <a:r>
              <a:rPr lang="en-US" sz="2000" dirty="0"/>
              <a:t>Process automation</a:t>
            </a:r>
          </a:p>
          <a:p>
            <a:pPr marL="342900" indent="-342900">
              <a:buFont typeface="Wingdings 2" panose="05020102010507070707" pitchFamily="18" charset="2"/>
              <a:buAutoNum type="arabicPeriod"/>
            </a:pPr>
            <a:r>
              <a:rPr lang="en-US" sz="2000" dirty="0"/>
              <a:t>Model deployment (introduction to key ML toolkits)</a:t>
            </a:r>
          </a:p>
          <a:p>
            <a:pPr marL="342900" indent="-342900">
              <a:buFont typeface="Wingdings 2" panose="05020102010507070707" pitchFamily="18" charset="2"/>
              <a:buAutoNum type="arabicPeriod"/>
            </a:pPr>
            <a:r>
              <a:rPr lang="en-US" sz="2000" dirty="0"/>
              <a:t>Database and production environment</a:t>
            </a:r>
          </a:p>
          <a:p>
            <a:pPr marL="342900" indent="-342900">
              <a:buFont typeface="Wingdings 2" panose="05020102010507070707" pitchFamily="18" charset="2"/>
              <a:buAutoNum type="arabicPeriod"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Check Canvas for any adjustments to class schedule.</a:t>
            </a:r>
          </a:p>
        </p:txBody>
      </p:sp>
    </p:spTree>
    <p:extLst>
      <p:ext uri="{BB962C8B-B14F-4D97-AF65-F5344CB8AC3E}">
        <p14:creationId xmlns:p14="http://schemas.microsoft.com/office/powerpoint/2010/main" val="2012897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87952-81BF-0AE6-801F-FFD686420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CONTENT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F5B0E0-6109-9F90-B198-C51822914E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/>
              <a:t>Key class announcements and assignments:</a:t>
            </a:r>
          </a:p>
          <a:p>
            <a:pPr marL="0" indent="0">
              <a:buNone/>
            </a:pPr>
            <a:r>
              <a:rPr lang="en-US" sz="3200" dirty="0" err="1"/>
              <a:t>canvas.emory.edu</a:t>
            </a:r>
            <a:endParaRPr lang="en-US" sz="3200" dirty="0"/>
          </a:p>
          <a:p>
            <a:pPr marL="0" indent="0">
              <a:buNone/>
            </a:pPr>
            <a:r>
              <a:rPr lang="en-US" sz="2000" dirty="0"/>
              <a:t>Class material will be regularly updated on </a:t>
            </a:r>
            <a:r>
              <a:rPr lang="en-US" sz="2000" dirty="0" err="1"/>
              <a:t>Github</a:t>
            </a:r>
            <a:r>
              <a:rPr lang="en-US" sz="2000" dirty="0"/>
              <a:t> (see instructions on Canvas)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0594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70A51-440B-A3CF-A517-072181379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Agenda</a:t>
            </a:r>
          </a:p>
        </p:txBody>
      </p:sp>
      <p:graphicFrame>
        <p:nvGraphicFramePr>
          <p:cNvPr id="4" name="Content Placeholder 7">
            <a:extLst>
              <a:ext uri="{FF2B5EF4-FFF2-40B4-BE49-F238E27FC236}">
                <a16:creationId xmlns:a16="http://schemas.microsoft.com/office/drawing/2014/main" id="{6A519A9E-6850-7285-E3AE-0CDFA906785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34290767"/>
              </p:ext>
            </p:extLst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303828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CE6A3EB-FF53-67EC-DBF5-F1CB80DE7C90}"/>
              </a:ext>
            </a:extLst>
          </p:cNvPr>
          <p:cNvSpPr txBox="1"/>
          <p:nvPr/>
        </p:nvSpPr>
        <p:spPr>
          <a:xfrm>
            <a:off x="5449591" y="3988868"/>
            <a:ext cx="198596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VS Code Interactive Development Environment (IDE)</a:t>
            </a:r>
          </a:p>
          <a:p>
            <a:endParaRPr lang="en-US" sz="1200" dirty="0">
              <a:solidFill>
                <a:srgbClr val="0070C0"/>
              </a:solidFill>
            </a:endParaRPr>
          </a:p>
          <a:p>
            <a:r>
              <a:rPr lang="en-US" sz="1200" dirty="0"/>
              <a:t>Environment where the user writes the scripts</a:t>
            </a:r>
          </a:p>
        </p:txBody>
      </p:sp>
      <p:pic>
        <p:nvPicPr>
          <p:cNvPr id="5" name="Picture 16">
            <a:extLst>
              <a:ext uri="{FF2B5EF4-FFF2-40B4-BE49-F238E27FC236}">
                <a16:creationId xmlns:a16="http://schemas.microsoft.com/office/drawing/2014/main" id="{2812CE6E-CC96-5E19-8762-E898831D8F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41466" y="3402401"/>
            <a:ext cx="1270085" cy="13855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4A12484-B326-A99E-5E0E-FB3E9D38885C}"/>
              </a:ext>
            </a:extLst>
          </p:cNvPr>
          <p:cNvSpPr txBox="1"/>
          <p:nvPr/>
        </p:nvSpPr>
        <p:spPr>
          <a:xfrm>
            <a:off x="8993418" y="3600671"/>
            <a:ext cx="11412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Python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2BC5F8-CB67-C39C-E029-8F3805784755}"/>
              </a:ext>
            </a:extLst>
          </p:cNvPr>
          <p:cNvSpPr txBox="1"/>
          <p:nvPr/>
        </p:nvSpPr>
        <p:spPr>
          <a:xfrm>
            <a:off x="7426973" y="3052533"/>
            <a:ext cx="441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+</a:t>
            </a:r>
          </a:p>
        </p:txBody>
      </p:sp>
      <p:sp>
        <p:nvSpPr>
          <p:cNvPr id="8" name="Right Arrow 22">
            <a:extLst>
              <a:ext uri="{FF2B5EF4-FFF2-40B4-BE49-F238E27FC236}">
                <a16:creationId xmlns:a16="http://schemas.microsoft.com/office/drawing/2014/main" id="{47A3CAEE-D5C0-F38F-0CC0-62764548D380}"/>
              </a:ext>
            </a:extLst>
          </p:cNvPr>
          <p:cNvSpPr/>
          <p:nvPr/>
        </p:nvSpPr>
        <p:spPr>
          <a:xfrm>
            <a:off x="4053473" y="3176187"/>
            <a:ext cx="1045028" cy="555171"/>
          </a:xfrm>
          <a:prstGeom prst="rightArrow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011967-AFA2-69D1-4C1A-8D03D11F1C3B}"/>
              </a:ext>
            </a:extLst>
          </p:cNvPr>
          <p:cNvSpPr txBox="1"/>
          <p:nvPr/>
        </p:nvSpPr>
        <p:spPr>
          <a:xfrm>
            <a:off x="1163494" y="863174"/>
            <a:ext cx="77155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Our class in a nutshell …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DEA7C7-218C-C690-5A03-A0C29FEEEAF9}"/>
              </a:ext>
            </a:extLst>
          </p:cNvPr>
          <p:cNvSpPr txBox="1"/>
          <p:nvPr/>
        </p:nvSpPr>
        <p:spPr>
          <a:xfrm>
            <a:off x="1763749" y="4167093"/>
            <a:ext cx="216289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Script File</a:t>
            </a:r>
          </a:p>
          <a:p>
            <a:pPr algn="ctr"/>
            <a:endParaRPr lang="en-US" sz="2400" dirty="0">
              <a:solidFill>
                <a:schemeClr val="accent2">
                  <a:lumMod val="75000"/>
                </a:schemeClr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File with code in the Python </a:t>
            </a:r>
            <a:r>
              <a:rPr lang="en-US" sz="1200" b="1" dirty="0"/>
              <a:t>programming language.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Instructions for the program to follow</a:t>
            </a:r>
          </a:p>
        </p:txBody>
      </p:sp>
      <p:pic>
        <p:nvPicPr>
          <p:cNvPr id="11" name="Picture 12" descr="Project Jupyter | Home">
            <a:extLst>
              <a:ext uri="{FF2B5EF4-FFF2-40B4-BE49-F238E27FC236}">
                <a16:creationId xmlns:a16="http://schemas.microsoft.com/office/drawing/2014/main" id="{55299D6B-9CB6-416D-187E-2E0D289CA4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alphaModFix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7161" y="2709628"/>
            <a:ext cx="2639140" cy="13855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4">
            <a:extLst>
              <a:ext uri="{FF2B5EF4-FFF2-40B4-BE49-F238E27FC236}">
                <a16:creationId xmlns:a16="http://schemas.microsoft.com/office/drawing/2014/main" id="{0ED4B6CB-A9F6-1B18-24AC-5BC070C7C6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7207" y="2822080"/>
            <a:ext cx="1045027" cy="10450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FAA3E03-8BBA-9F6D-A1E1-8B1D0D272C3D}"/>
              </a:ext>
            </a:extLst>
          </p:cNvPr>
          <p:cNvSpPr txBox="1"/>
          <p:nvPr/>
        </p:nvSpPr>
        <p:spPr>
          <a:xfrm>
            <a:off x="8274448" y="4640417"/>
            <a:ext cx="23353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400" dirty="0">
              <a:solidFill>
                <a:schemeClr val="accent4">
                  <a:lumMod val="75000"/>
                </a:schemeClr>
              </a:solidFill>
            </a:endParaRPr>
          </a:p>
          <a:p>
            <a:r>
              <a:rPr lang="en-US" sz="1200" b="1" dirty="0"/>
              <a:t>Programming language </a:t>
            </a:r>
            <a:r>
              <a:rPr lang="en-US" sz="1200" dirty="0"/>
              <a:t>we use to write the instructions </a:t>
            </a:r>
          </a:p>
          <a:p>
            <a:pPr algn="ctr"/>
            <a:endParaRPr lang="en-US" sz="24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D242CAA-3556-82D2-FC85-257265BE4F0B}"/>
              </a:ext>
            </a:extLst>
          </p:cNvPr>
          <p:cNvSpPr/>
          <p:nvPr/>
        </p:nvSpPr>
        <p:spPr>
          <a:xfrm>
            <a:off x="8104653" y="2093607"/>
            <a:ext cx="2505124" cy="3920738"/>
          </a:xfrm>
          <a:prstGeom prst="roundRect">
            <a:avLst/>
          </a:prstGeom>
          <a:noFill/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492A80-89EE-1931-3A9F-E2D913A993A9}"/>
              </a:ext>
            </a:extLst>
          </p:cNvPr>
          <p:cNvSpPr txBox="1"/>
          <p:nvPr/>
        </p:nvSpPr>
        <p:spPr>
          <a:xfrm>
            <a:off x="8176547" y="6082137"/>
            <a:ext cx="2184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Virtual Environment </a:t>
            </a:r>
          </a:p>
        </p:txBody>
      </p:sp>
      <p:pic>
        <p:nvPicPr>
          <p:cNvPr id="1028" name="Picture 4" descr="Anaconda (Python distribution) - Wikipedia">
            <a:extLst>
              <a:ext uri="{FF2B5EF4-FFF2-40B4-BE49-F238E27FC236}">
                <a16:creationId xmlns:a16="http://schemas.microsoft.com/office/drawing/2014/main" id="{71130BED-91D7-A86C-D0C2-45691CEE28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3138" y="2313405"/>
            <a:ext cx="1451175" cy="7239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4015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6D88E-8670-FA43-FBF4-188691003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Installing Python using Anaconda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120BA1-575D-5B62-A4B4-14CCF39FF4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774680" cy="4351338"/>
          </a:xfrm>
        </p:spPr>
        <p:txBody>
          <a:bodyPr>
            <a:normAutofit/>
          </a:bodyPr>
          <a:lstStyle/>
          <a:p>
            <a:pPr algn="just"/>
            <a:r>
              <a:rPr lang="en-US" sz="2000" dirty="0"/>
              <a:t>Follow the instructions </a:t>
            </a:r>
            <a:r>
              <a:rPr lang="en-US" sz="2000" dirty="0">
                <a:hlinkClick r:id="rId2"/>
              </a:rPr>
              <a:t>Installing Python Using Anaconda</a:t>
            </a:r>
            <a:r>
              <a:rPr lang="en-US" sz="2000" dirty="0"/>
              <a:t> from Canvas</a:t>
            </a:r>
          </a:p>
          <a:p>
            <a:pPr algn="just"/>
            <a:endParaRPr lang="en-US" sz="2000" dirty="0"/>
          </a:p>
          <a:p>
            <a:pPr algn="just"/>
            <a:r>
              <a:rPr lang="en-US" sz="2000" dirty="0"/>
              <a:t>We are using Anaconda virtual environments for this class</a:t>
            </a:r>
          </a:p>
          <a:p>
            <a:pPr algn="just"/>
            <a:endParaRPr lang="en-US" sz="2000" dirty="0"/>
          </a:p>
          <a:p>
            <a:pPr algn="just"/>
            <a:r>
              <a:rPr lang="en-US" sz="2000" dirty="0"/>
              <a:t>For now: Anaconda comes with a Python installation</a:t>
            </a:r>
          </a:p>
          <a:p>
            <a:pPr algn="just"/>
            <a:endParaRPr lang="en-US" sz="2000" dirty="0"/>
          </a:p>
          <a:p>
            <a:pPr algn="just"/>
            <a:r>
              <a:rPr lang="en-US" sz="2000" dirty="0"/>
              <a:t>Questions?</a:t>
            </a:r>
          </a:p>
        </p:txBody>
      </p:sp>
      <p:pic>
        <p:nvPicPr>
          <p:cNvPr id="5" name="Graphic 4" descr="Wireless with solid fill">
            <a:extLst>
              <a:ext uri="{FF2B5EF4-FFF2-40B4-BE49-F238E27FC236}">
                <a16:creationId xmlns:a16="http://schemas.microsoft.com/office/drawing/2014/main" id="{23093577-44EE-6539-737C-8A5405053C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07886" y="675409"/>
            <a:ext cx="704994" cy="704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9962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5D670-030B-64EC-D74E-87FE8398E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Installing VS code and connecting Anaconda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884FDB-D7C5-C8E2-5345-24F14ABAD2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Follow the instructions </a:t>
            </a:r>
            <a:r>
              <a:rPr lang="en-US" dirty="0">
                <a:hlinkClick r:id="rId2"/>
              </a:rPr>
              <a:t>Installing Visual Studio Code and Connecting it with Anaconda</a:t>
            </a:r>
            <a:r>
              <a:rPr lang="en-US" dirty="0"/>
              <a:t> from Canvas</a:t>
            </a:r>
          </a:p>
          <a:p>
            <a:pPr algn="just"/>
            <a:endParaRPr lang="en-US" dirty="0"/>
          </a:p>
          <a:p>
            <a:pPr algn="just"/>
            <a:r>
              <a:rPr lang="en-US" b="1" dirty="0"/>
              <a:t>For now:</a:t>
            </a:r>
            <a:r>
              <a:rPr lang="en-US" dirty="0"/>
              <a:t> know that “</a:t>
            </a:r>
            <a:r>
              <a:rPr lang="en-US" i="1" dirty="0"/>
              <a:t>base</a:t>
            </a:r>
            <a:r>
              <a:rPr lang="en-US" dirty="0"/>
              <a:t>” is the default Anaconda virtual environment that comes by default with the installation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The next step is to check if the connection between VS code and Anaconda worked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b="1" dirty="0">
                <a:sym typeface="Wingdings" panose="05000000000000000000" pitchFamily="2" charset="2"/>
              </a:rPr>
              <a:t>the Python: Select Interpreter option should include Python (‘base’)</a:t>
            </a:r>
            <a:endParaRPr lang="en-US" b="1" dirty="0"/>
          </a:p>
          <a:p>
            <a:pPr algn="just"/>
            <a:endParaRPr lang="en-US" dirty="0"/>
          </a:p>
        </p:txBody>
      </p:sp>
      <p:pic>
        <p:nvPicPr>
          <p:cNvPr id="4" name="Graphic 3" descr="Wireless with solid fill">
            <a:extLst>
              <a:ext uri="{FF2B5EF4-FFF2-40B4-BE49-F238E27FC236}">
                <a16:creationId xmlns:a16="http://schemas.microsoft.com/office/drawing/2014/main" id="{57155B3A-1BCE-EA93-876C-54FCEBC82E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01303" y="675409"/>
            <a:ext cx="704994" cy="704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0584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loud 7">
            <a:extLst>
              <a:ext uri="{FF2B5EF4-FFF2-40B4-BE49-F238E27FC236}">
                <a16:creationId xmlns:a16="http://schemas.microsoft.com/office/drawing/2014/main" id="{056D2DA9-0C18-63E6-022C-DC1E5F3FBE54}"/>
              </a:ext>
            </a:extLst>
          </p:cNvPr>
          <p:cNvSpPr/>
          <p:nvPr/>
        </p:nvSpPr>
        <p:spPr>
          <a:xfrm>
            <a:off x="545211" y="2261466"/>
            <a:ext cx="4074864" cy="3932768"/>
          </a:xfrm>
          <a:prstGeom prst="cloud">
            <a:avLst/>
          </a:prstGeom>
          <a:solidFill>
            <a:schemeClr val="bg1">
              <a:alpha val="89094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180" name="Picture 12" descr="Project Jupyter | Home">
            <a:extLst>
              <a:ext uri="{FF2B5EF4-FFF2-40B4-BE49-F238E27FC236}">
                <a16:creationId xmlns:a16="http://schemas.microsoft.com/office/drawing/2014/main" id="{120AB4D3-ECB1-DE71-B2ED-436594DA777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314"/>
          <a:stretch/>
        </p:blipFill>
        <p:spPr bwMode="auto">
          <a:xfrm>
            <a:off x="1245823" y="3677391"/>
            <a:ext cx="1270085" cy="826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84" name="Picture 16">
            <a:extLst>
              <a:ext uri="{FF2B5EF4-FFF2-40B4-BE49-F238E27FC236}">
                <a16:creationId xmlns:a16="http://schemas.microsoft.com/office/drawing/2014/main" id="{1571F8A5-5098-EEC1-C63A-A88A18CA2A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4431" y="2234582"/>
            <a:ext cx="1270085" cy="13855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6D0A1AB9-2D18-9F9C-4529-9D40B2C02E7D}"/>
              </a:ext>
            </a:extLst>
          </p:cNvPr>
          <p:cNvSpPr txBox="1"/>
          <p:nvPr/>
        </p:nvSpPr>
        <p:spPr>
          <a:xfrm>
            <a:off x="10096381" y="2796669"/>
            <a:ext cx="11412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Python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C122346-C0E3-22DC-1CA4-AA580414E0EC}"/>
              </a:ext>
            </a:extLst>
          </p:cNvPr>
          <p:cNvSpPr txBox="1"/>
          <p:nvPr/>
        </p:nvSpPr>
        <p:spPr>
          <a:xfrm>
            <a:off x="9048171" y="2612991"/>
            <a:ext cx="441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+</a:t>
            </a:r>
          </a:p>
        </p:txBody>
      </p:sp>
      <p:pic>
        <p:nvPicPr>
          <p:cNvPr id="6" name="Picture 12" descr="Project Jupyter | Home">
            <a:extLst>
              <a:ext uri="{FF2B5EF4-FFF2-40B4-BE49-F238E27FC236}">
                <a16:creationId xmlns:a16="http://schemas.microsoft.com/office/drawing/2014/main" id="{7B1BB473-0C25-B6B9-6406-D1971DE58B4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314"/>
          <a:stretch/>
        </p:blipFill>
        <p:spPr bwMode="auto">
          <a:xfrm>
            <a:off x="2334395" y="3437905"/>
            <a:ext cx="1270085" cy="826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2" descr="Project Jupyter | Home">
            <a:extLst>
              <a:ext uri="{FF2B5EF4-FFF2-40B4-BE49-F238E27FC236}">
                <a16:creationId xmlns:a16="http://schemas.microsoft.com/office/drawing/2014/main" id="{9E44D352-869E-BFF6-D20F-78399BBC3F2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314"/>
          <a:stretch/>
        </p:blipFill>
        <p:spPr bwMode="auto">
          <a:xfrm>
            <a:off x="1880865" y="4557782"/>
            <a:ext cx="1270085" cy="826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Purple github 10 icon - Free purple site logo icons">
            <a:extLst>
              <a:ext uri="{FF2B5EF4-FFF2-40B4-BE49-F238E27FC236}">
                <a16:creationId xmlns:a16="http://schemas.microsoft.com/office/drawing/2014/main" id="{6B55BD49-38A6-E597-AEC8-D4A7851EF7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5722" y="4775872"/>
            <a:ext cx="1450280" cy="1450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D9B1CA6-89B0-434A-0B9D-D97E437B84CC}"/>
              </a:ext>
            </a:extLst>
          </p:cNvPr>
          <p:cNvSpPr txBox="1"/>
          <p:nvPr/>
        </p:nvSpPr>
        <p:spPr>
          <a:xfrm>
            <a:off x="6096000" y="4557782"/>
            <a:ext cx="308340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Github:</a:t>
            </a:r>
          </a:p>
          <a:p>
            <a:r>
              <a:rPr lang="en-US" dirty="0"/>
              <a:t>A file management system in the cloud (with desktop app)</a:t>
            </a:r>
          </a:p>
          <a:p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Has version control</a:t>
            </a:r>
          </a:p>
          <a:p>
            <a:pPr marL="285750" indent="-285750">
              <a:buFontTx/>
              <a:buChar char="-"/>
            </a:pPr>
            <a:r>
              <a:rPr lang="en-US" dirty="0"/>
              <a:t>Great for collaborative programming</a:t>
            </a:r>
          </a:p>
        </p:txBody>
      </p:sp>
      <p:pic>
        <p:nvPicPr>
          <p:cNvPr id="12" name="Picture 12" descr="Project Jupyter | Home">
            <a:extLst>
              <a:ext uri="{FF2B5EF4-FFF2-40B4-BE49-F238E27FC236}">
                <a16:creationId xmlns:a16="http://schemas.microsoft.com/office/drawing/2014/main" id="{2F2BE883-D0F8-E5E9-2A24-3DBD09ACA55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314"/>
          <a:stretch/>
        </p:blipFill>
        <p:spPr bwMode="auto">
          <a:xfrm>
            <a:off x="1696886" y="2747610"/>
            <a:ext cx="1270085" cy="826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ight Arrow 22">
            <a:extLst>
              <a:ext uri="{FF2B5EF4-FFF2-40B4-BE49-F238E27FC236}">
                <a16:creationId xmlns:a16="http://schemas.microsoft.com/office/drawing/2014/main" id="{8A9D312F-8EAE-DB9A-98CA-26285F1557A3}"/>
              </a:ext>
            </a:extLst>
          </p:cNvPr>
          <p:cNvSpPr/>
          <p:nvPr/>
        </p:nvSpPr>
        <p:spPr>
          <a:xfrm>
            <a:off x="5452238" y="2839370"/>
            <a:ext cx="1045028" cy="555171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7B1AA0-9403-C73C-F921-887FC33B0D3A}"/>
              </a:ext>
            </a:extLst>
          </p:cNvPr>
          <p:cNvSpPr txBox="1"/>
          <p:nvPr/>
        </p:nvSpPr>
        <p:spPr>
          <a:xfrm>
            <a:off x="5029200" y="548640"/>
            <a:ext cx="157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Lecture Notes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BBF6C5-077A-08F1-B148-872A0543AEB2}"/>
              </a:ext>
            </a:extLst>
          </p:cNvPr>
          <p:cNvSpPr txBox="1"/>
          <p:nvPr/>
        </p:nvSpPr>
        <p:spPr>
          <a:xfrm>
            <a:off x="7170238" y="3401370"/>
            <a:ext cx="1985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VS Code</a:t>
            </a:r>
            <a:endParaRPr lang="en-US" sz="1200" dirty="0"/>
          </a:p>
        </p:txBody>
      </p:sp>
      <p:pic>
        <p:nvPicPr>
          <p:cNvPr id="5" name="Picture 14">
            <a:extLst>
              <a:ext uri="{FF2B5EF4-FFF2-40B4-BE49-F238E27FC236}">
                <a16:creationId xmlns:a16="http://schemas.microsoft.com/office/drawing/2014/main" id="{C0EAF80A-FF24-D1FB-A069-8DDA62228E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7854" y="2234582"/>
            <a:ext cx="1045027" cy="10450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588272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Dividend">
    <a:dk1>
      <a:sysClr val="windowText" lastClr="000000"/>
    </a:dk1>
    <a:lt1>
      <a:sysClr val="window" lastClr="FFFFFF"/>
    </a:lt1>
    <a:dk2>
      <a:srgbClr val="3D3D3D"/>
    </a:dk2>
    <a:lt2>
      <a:srgbClr val="EBEBEB"/>
    </a:lt2>
    <a:accent1>
      <a:srgbClr val="1A3260"/>
    </a:accent1>
    <a:accent2>
      <a:srgbClr val="4590B8"/>
    </a:accent2>
    <a:accent3>
      <a:srgbClr val="45CBE8"/>
    </a:accent3>
    <a:accent4>
      <a:srgbClr val="969FA7"/>
    </a:accent4>
    <a:accent5>
      <a:srgbClr val="A2C777"/>
    </a:accent5>
    <a:accent6>
      <a:srgbClr val="42955F"/>
    </a:accent6>
    <a:hlink>
      <a:srgbClr val="828282"/>
    </a:hlink>
    <a:folHlink>
      <a:srgbClr val="A5A5A5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585E981-8C91-4205-A0C3-C991F42B4C9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4B270AB-C138-415C-897E-3C24487DECF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C4C00F4-06E9-43E3-AD97-88A857CEFA82}">
  <ds:schemaRefs>
    <ds:schemaRef ds:uri="http://purl.org/dc/terms/"/>
    <ds:schemaRef ds:uri="16c05727-aa75-4e4a-9b5f-8a80a1165891"/>
    <ds:schemaRef ds:uri="http://schemas.microsoft.com/office/2006/documentManagement/types"/>
    <ds:schemaRef ds:uri="http://schemas.openxmlformats.org/package/2006/metadata/core-properties"/>
    <ds:schemaRef ds:uri="http://schemas.microsoft.com/office/infopath/2007/PartnerControls"/>
    <ds:schemaRef ds:uri="http://purl.org/dc/elements/1.1/"/>
    <ds:schemaRef ds:uri="http://www.w3.org/XML/1998/namespace"/>
    <ds:schemaRef ds:uri="71af3243-3dd4-4a8d-8c0d-dd76da1f02a5"/>
    <ds:schemaRef ds:uri="http://schemas.microsoft.com/office/2006/metadata/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5675</TotalTime>
  <Words>452</Words>
  <Application>Microsoft Office PowerPoint</Application>
  <PresentationFormat>Widescreen</PresentationFormat>
  <Paragraphs>116</Paragraphs>
  <Slides>12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Gill Sans MT</vt:lpstr>
      <vt:lpstr>Times New Roman</vt:lpstr>
      <vt:lpstr>Wingdings</vt:lpstr>
      <vt:lpstr>Wingdings 2</vt:lpstr>
      <vt:lpstr>Dividend</vt:lpstr>
      <vt:lpstr>DATA SCI 530 Computing I</vt:lpstr>
      <vt:lpstr>Agenda</vt:lpstr>
      <vt:lpstr>Main Instructor</vt:lpstr>
      <vt:lpstr>My teaching philosophy</vt:lpstr>
      <vt:lpstr>Grading</vt:lpstr>
      <vt:lpstr>COURSE CONTENT </vt:lpstr>
      <vt:lpstr>COURSE CONTENT </vt:lpstr>
      <vt:lpstr>Agenda</vt:lpstr>
      <vt:lpstr>PowerPoint Presentation</vt:lpstr>
      <vt:lpstr>Installing Python using Anaconda</vt:lpstr>
      <vt:lpstr>Installing VS code and connecting Anaconda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QTM 151</dc:title>
  <dc:creator>Juan Estrada</dc:creator>
  <cp:lastModifiedBy>Sanchez Becerra, Alejandro</cp:lastModifiedBy>
  <cp:revision>105</cp:revision>
  <dcterms:created xsi:type="dcterms:W3CDTF">2022-08-18T19:06:53Z</dcterms:created>
  <dcterms:modified xsi:type="dcterms:W3CDTF">2026-08-27T00:42:19Z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