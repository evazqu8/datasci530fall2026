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4"/>
  </p:sldMasterIdLst>
  <p:notesMasterIdLst>
    <p:notesMasterId r:id="rId16"/>
  </p:notesMasterIdLst>
  <p:sldIdLst>
    <p:sldId id="278" r:id="rId5"/>
    <p:sldId id="314" r:id="rId6"/>
    <p:sldId id="279" r:id="rId7"/>
    <p:sldId id="327" r:id="rId8"/>
    <p:sldId id="337" r:id="rId9"/>
    <p:sldId id="333" r:id="rId10"/>
    <p:sldId id="335" r:id="rId11"/>
    <p:sldId id="336" r:id="rId12"/>
    <p:sldId id="316" r:id="rId13"/>
    <p:sldId id="302" r:id="rId14"/>
    <p:sldId id="29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6915F6-CEC1-468E-8DBE-46BB23A400E3}" v="162" dt="2026-08-27T00:51:09.8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31" autoAdjust="0"/>
    <p:restoredTop sz="85404" autoAdjust="0"/>
  </p:normalViewPr>
  <p:slideViewPr>
    <p:cSldViewPr snapToGrid="0">
      <p:cViewPr varScale="1">
        <p:scale>
          <a:sx n="104" d="100"/>
          <a:sy n="104" d="100"/>
        </p:scale>
        <p:origin x="1171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chez Becerra, Alejandro" userId="6c40396b-7faf-44bd-8d7c-b4c550fe1dde" providerId="ADAL" clId="{CB85CAF8-6FB3-4532-A4B5-8384D075B086}"/>
    <pc:docChg chg="undo custSel addSld delSld modSld">
      <pc:chgData name="Sanchez Becerra, Alejandro" userId="6c40396b-7faf-44bd-8d7c-b4c550fe1dde" providerId="ADAL" clId="{CB85CAF8-6FB3-4532-A4B5-8384D075B086}" dt="2026-08-27T04:30:47.691" v="1406" actId="20577"/>
      <pc:docMkLst>
        <pc:docMk/>
      </pc:docMkLst>
      <pc:sldChg chg="modSp mod">
        <pc:chgData name="Sanchez Becerra, Alejandro" userId="6c40396b-7faf-44bd-8d7c-b4c550fe1dde" providerId="ADAL" clId="{CB85CAF8-6FB3-4532-A4B5-8384D075B086}" dt="2026-08-27T00:46:46.674" v="5" actId="1036"/>
        <pc:sldMkLst>
          <pc:docMk/>
          <pc:sldMk cId="4167884232" sldId="278"/>
        </pc:sldMkLst>
        <pc:picChg chg="mod">
          <ac:chgData name="Sanchez Becerra, Alejandro" userId="6c40396b-7faf-44bd-8d7c-b4c550fe1dde" providerId="ADAL" clId="{CB85CAF8-6FB3-4532-A4B5-8384D075B086}" dt="2026-08-27T00:46:46.674" v="5" actId="1036"/>
          <ac:picMkLst>
            <pc:docMk/>
            <pc:sldMk cId="4167884232" sldId="278"/>
            <ac:picMk id="5" creationId="{F8A1C807-B9AD-4C9B-BF9F-60F03428998E}"/>
          </ac:picMkLst>
        </pc:picChg>
      </pc:sldChg>
      <pc:sldChg chg="modSp mod">
        <pc:chgData name="Sanchez Becerra, Alejandro" userId="6c40396b-7faf-44bd-8d7c-b4c550fe1dde" providerId="ADAL" clId="{CB85CAF8-6FB3-4532-A4B5-8384D075B086}" dt="2026-08-27T00:42:15.144" v="3" actId="20577"/>
        <pc:sldMkLst>
          <pc:docMk/>
          <pc:sldMk cId="1945015771" sldId="279"/>
        </pc:sldMkLst>
        <pc:spChg chg="mod">
          <ac:chgData name="Sanchez Becerra, Alejandro" userId="6c40396b-7faf-44bd-8d7c-b4c550fe1dde" providerId="ADAL" clId="{CB85CAF8-6FB3-4532-A4B5-8384D075B086}" dt="2026-08-27T00:42:15.144" v="3" actId="20577"/>
          <ac:spMkLst>
            <pc:docMk/>
            <pc:sldMk cId="1945015771" sldId="279"/>
            <ac:spMk id="3" creationId="{3DBCD2F4-630A-1C77-0ABB-6540E0BA0372}"/>
          </ac:spMkLst>
        </pc:spChg>
      </pc:sldChg>
      <pc:sldChg chg="delSp modSp mod">
        <pc:chgData name="Sanchez Becerra, Alejandro" userId="6c40396b-7faf-44bd-8d7c-b4c550fe1dde" providerId="ADAL" clId="{CB85CAF8-6FB3-4532-A4B5-8384D075B086}" dt="2026-08-27T04:30:47.691" v="1406" actId="20577"/>
        <pc:sldMkLst>
          <pc:docMk/>
          <pc:sldMk cId="188588272" sldId="295"/>
        </pc:sldMkLst>
        <pc:spChg chg="del mod">
          <ac:chgData name="Sanchez Becerra, Alejandro" userId="6c40396b-7faf-44bd-8d7c-b4c550fe1dde" providerId="ADAL" clId="{CB85CAF8-6FB3-4532-A4B5-8384D075B086}" dt="2026-08-27T04:30:32.395" v="1359" actId="478"/>
          <ac:spMkLst>
            <pc:docMk/>
            <pc:sldMk cId="188588272" sldId="295"/>
            <ac:spMk id="4" creationId="{8B7B1AA0-9403-C73C-F921-887FC33B0D3A}"/>
          </ac:spMkLst>
        </pc:spChg>
        <pc:spChg chg="mod">
          <ac:chgData name="Sanchez Becerra, Alejandro" userId="6c40396b-7faf-44bd-8d7c-b4c550fe1dde" providerId="ADAL" clId="{CB85CAF8-6FB3-4532-A4B5-8384D075B086}" dt="2026-08-27T04:30:47.691" v="1406" actId="20577"/>
          <ac:spMkLst>
            <pc:docMk/>
            <pc:sldMk cId="188588272" sldId="295"/>
            <ac:spMk id="9" creationId="{0D9B1CA6-89B0-434A-0B9D-D97E437B84CC}"/>
          </ac:spMkLst>
        </pc:spChg>
      </pc:sldChg>
      <pc:sldChg chg="delSp modSp mod">
        <pc:chgData name="Sanchez Becerra, Alejandro" userId="6c40396b-7faf-44bd-8d7c-b4c550fe1dde" providerId="ADAL" clId="{CB85CAF8-6FB3-4532-A4B5-8384D075B086}" dt="2026-08-27T04:28:53.505" v="1357" actId="20577"/>
        <pc:sldMkLst>
          <pc:docMk/>
          <pc:sldMk cId="229401543" sldId="302"/>
        </pc:sldMkLst>
        <pc:spChg chg="mod">
          <ac:chgData name="Sanchez Becerra, Alejandro" userId="6c40396b-7faf-44bd-8d7c-b4c550fe1dde" providerId="ADAL" clId="{CB85CAF8-6FB3-4532-A4B5-8384D075B086}" dt="2026-08-27T04:27:40.391" v="1131" actId="1076"/>
          <ac:spMkLst>
            <pc:docMk/>
            <pc:sldMk cId="229401543" sldId="302"/>
            <ac:spMk id="2" creationId="{CD242CAA-3556-82D2-FC85-257265BE4F0B}"/>
          </ac:spMkLst>
        </pc:spChg>
        <pc:spChg chg="del">
          <ac:chgData name="Sanchez Becerra, Alejandro" userId="6c40396b-7faf-44bd-8d7c-b4c550fe1dde" providerId="ADAL" clId="{CB85CAF8-6FB3-4532-A4B5-8384D075B086}" dt="2026-08-27T04:27:34.547" v="1130" actId="478"/>
          <ac:spMkLst>
            <pc:docMk/>
            <pc:sldMk cId="229401543" sldId="302"/>
            <ac:spMk id="3" creationId="{FBDEA7C7-218C-C690-5A03-A0C29FEEEAF9}"/>
          </ac:spMkLst>
        </pc:spChg>
        <pc:spChg chg="mod">
          <ac:chgData name="Sanchez Becerra, Alejandro" userId="6c40396b-7faf-44bd-8d7c-b4c550fe1dde" providerId="ADAL" clId="{CB85CAF8-6FB3-4532-A4B5-8384D075B086}" dt="2026-08-27T04:28:20.790" v="1237" actId="20577"/>
          <ac:spMkLst>
            <pc:docMk/>
            <pc:sldMk cId="229401543" sldId="302"/>
            <ac:spMk id="4" creationId="{8CE6A3EB-FF53-67EC-DBF5-F1CB80DE7C90}"/>
          </ac:spMkLst>
        </pc:spChg>
        <pc:spChg chg="mod">
          <ac:chgData name="Sanchez Becerra, Alejandro" userId="6c40396b-7faf-44bd-8d7c-b4c550fe1dde" providerId="ADAL" clId="{CB85CAF8-6FB3-4532-A4B5-8384D075B086}" dt="2026-08-27T04:27:40.391" v="1131" actId="1076"/>
          <ac:spMkLst>
            <pc:docMk/>
            <pc:sldMk cId="229401543" sldId="302"/>
            <ac:spMk id="6" creationId="{B4A12484-B326-A99E-5E0E-FB3E9D38885C}"/>
          </ac:spMkLst>
        </pc:spChg>
        <pc:spChg chg="mod">
          <ac:chgData name="Sanchez Becerra, Alejandro" userId="6c40396b-7faf-44bd-8d7c-b4c550fe1dde" providerId="ADAL" clId="{CB85CAF8-6FB3-4532-A4B5-8384D075B086}" dt="2026-08-27T04:27:40.391" v="1131" actId="1076"/>
          <ac:spMkLst>
            <pc:docMk/>
            <pc:sldMk cId="229401543" sldId="302"/>
            <ac:spMk id="7" creationId="{6F2BC5F8-CB67-C39C-E029-8F3805784755}"/>
          </ac:spMkLst>
        </pc:spChg>
        <pc:spChg chg="del">
          <ac:chgData name="Sanchez Becerra, Alejandro" userId="6c40396b-7faf-44bd-8d7c-b4c550fe1dde" providerId="ADAL" clId="{CB85CAF8-6FB3-4532-A4B5-8384D075B086}" dt="2026-08-27T04:27:34.547" v="1130" actId="478"/>
          <ac:spMkLst>
            <pc:docMk/>
            <pc:sldMk cId="229401543" sldId="302"/>
            <ac:spMk id="8" creationId="{47A3CAEE-D5C0-F38F-0CC0-62764548D380}"/>
          </ac:spMkLst>
        </pc:spChg>
        <pc:spChg chg="mod">
          <ac:chgData name="Sanchez Becerra, Alejandro" userId="6c40396b-7faf-44bd-8d7c-b4c550fe1dde" providerId="ADAL" clId="{CB85CAF8-6FB3-4532-A4B5-8384D075B086}" dt="2026-08-27T04:27:40.391" v="1131" actId="1076"/>
          <ac:spMkLst>
            <pc:docMk/>
            <pc:sldMk cId="229401543" sldId="302"/>
            <ac:spMk id="9" creationId="{15492A80-89EE-1931-3A9F-E2D913A993A9}"/>
          </ac:spMkLst>
        </pc:spChg>
        <pc:spChg chg="mod">
          <ac:chgData name="Sanchez Becerra, Alejandro" userId="6c40396b-7faf-44bd-8d7c-b4c550fe1dde" providerId="ADAL" clId="{CB85CAF8-6FB3-4532-A4B5-8384D075B086}" dt="2026-08-27T04:28:53.505" v="1357" actId="20577"/>
          <ac:spMkLst>
            <pc:docMk/>
            <pc:sldMk cId="229401543" sldId="302"/>
            <ac:spMk id="13" creationId="{CFAA3E03-8BBA-9F6D-A1E1-8B1D0D272C3D}"/>
          </ac:spMkLst>
        </pc:spChg>
        <pc:picChg chg="mod">
          <ac:chgData name="Sanchez Becerra, Alejandro" userId="6c40396b-7faf-44bd-8d7c-b4c550fe1dde" providerId="ADAL" clId="{CB85CAF8-6FB3-4532-A4B5-8384D075B086}" dt="2026-08-27T04:27:40.391" v="1131" actId="1076"/>
          <ac:picMkLst>
            <pc:docMk/>
            <pc:sldMk cId="229401543" sldId="302"/>
            <ac:picMk id="5" creationId="{2812CE6E-CC96-5E19-8762-E898831D8F9B}"/>
          </ac:picMkLst>
        </pc:picChg>
        <pc:picChg chg="del">
          <ac:chgData name="Sanchez Becerra, Alejandro" userId="6c40396b-7faf-44bd-8d7c-b4c550fe1dde" providerId="ADAL" clId="{CB85CAF8-6FB3-4532-A4B5-8384D075B086}" dt="2026-08-27T04:27:34.547" v="1130" actId="478"/>
          <ac:picMkLst>
            <pc:docMk/>
            <pc:sldMk cId="229401543" sldId="302"/>
            <ac:picMk id="11" creationId="{55299D6B-9CB6-416D-187E-2E0D289CA44A}"/>
          </ac:picMkLst>
        </pc:picChg>
        <pc:picChg chg="mod">
          <ac:chgData name="Sanchez Becerra, Alejandro" userId="6c40396b-7faf-44bd-8d7c-b4c550fe1dde" providerId="ADAL" clId="{CB85CAF8-6FB3-4532-A4B5-8384D075B086}" dt="2026-08-27T04:27:40.391" v="1131" actId="1076"/>
          <ac:picMkLst>
            <pc:docMk/>
            <pc:sldMk cId="229401543" sldId="302"/>
            <ac:picMk id="12" creationId="{0ED4B6CB-A9F6-1B18-24AC-5BC070C7C674}"/>
          </ac:picMkLst>
        </pc:picChg>
        <pc:picChg chg="mod">
          <ac:chgData name="Sanchez Becerra, Alejandro" userId="6c40396b-7faf-44bd-8d7c-b4c550fe1dde" providerId="ADAL" clId="{CB85CAF8-6FB3-4532-A4B5-8384D075B086}" dt="2026-08-27T04:27:40.391" v="1131" actId="1076"/>
          <ac:picMkLst>
            <pc:docMk/>
            <pc:sldMk cId="229401543" sldId="302"/>
            <ac:picMk id="1028" creationId="{71130BED-91D7-A86C-D0C2-45691CEE289A}"/>
          </ac:picMkLst>
        </pc:picChg>
      </pc:sldChg>
      <pc:sldChg chg="modSp modAnim">
        <pc:chgData name="Sanchez Becerra, Alejandro" userId="6c40396b-7faf-44bd-8d7c-b4c550fe1dde" providerId="ADAL" clId="{CB85CAF8-6FB3-4532-A4B5-8384D075B086}" dt="2026-08-27T00:51:09.834" v="165" actId="20577"/>
        <pc:sldMkLst>
          <pc:docMk/>
          <pc:sldMk cId="2525753003" sldId="327"/>
        </pc:sldMkLst>
        <pc:spChg chg="mod">
          <ac:chgData name="Sanchez Becerra, Alejandro" userId="6c40396b-7faf-44bd-8d7c-b4c550fe1dde" providerId="ADAL" clId="{CB85CAF8-6FB3-4532-A4B5-8384D075B086}" dt="2026-08-27T00:51:09.834" v="165" actId="20577"/>
          <ac:spMkLst>
            <pc:docMk/>
            <pc:sldMk cId="2525753003" sldId="327"/>
            <ac:spMk id="2" creationId="{2492AA1E-D4A7-371E-0DA8-526339B84B56}"/>
          </ac:spMkLst>
        </pc:spChg>
      </pc:sldChg>
      <pc:sldChg chg="del">
        <pc:chgData name="Sanchez Becerra, Alejandro" userId="6c40396b-7faf-44bd-8d7c-b4c550fe1dde" providerId="ADAL" clId="{CB85CAF8-6FB3-4532-A4B5-8384D075B086}" dt="2026-08-27T04:27:12.094" v="1128" actId="47"/>
        <pc:sldMkLst>
          <pc:docMk/>
          <pc:sldMk cId="3266996296" sldId="331"/>
        </pc:sldMkLst>
      </pc:sldChg>
      <pc:sldChg chg="del">
        <pc:chgData name="Sanchez Becerra, Alejandro" userId="6c40396b-7faf-44bd-8d7c-b4c550fe1dde" providerId="ADAL" clId="{CB85CAF8-6FB3-4532-A4B5-8384D075B086}" dt="2026-08-27T04:27:14.067" v="1129" actId="47"/>
        <pc:sldMkLst>
          <pc:docMk/>
          <pc:sldMk cId="2614058467" sldId="332"/>
        </pc:sldMkLst>
      </pc:sldChg>
      <pc:sldChg chg="modSp mod">
        <pc:chgData name="Sanchez Becerra, Alejandro" userId="6c40396b-7faf-44bd-8d7c-b4c550fe1dde" providerId="ADAL" clId="{CB85CAF8-6FB3-4532-A4B5-8384D075B086}" dt="2026-08-27T04:13:50.869" v="1073" actId="108"/>
        <pc:sldMkLst>
          <pc:docMk/>
          <pc:sldMk cId="3431659965" sldId="333"/>
        </pc:sldMkLst>
        <pc:spChg chg="mod">
          <ac:chgData name="Sanchez Becerra, Alejandro" userId="6c40396b-7faf-44bd-8d7c-b4c550fe1dde" providerId="ADAL" clId="{CB85CAF8-6FB3-4532-A4B5-8384D075B086}" dt="2026-08-27T04:13:50.869" v="1073" actId="108"/>
          <ac:spMkLst>
            <pc:docMk/>
            <pc:sldMk cId="3431659965" sldId="333"/>
            <ac:spMk id="6" creationId="{D41C60AC-EF8D-B16E-CD83-CFDD7AA9790C}"/>
          </ac:spMkLst>
        </pc:spChg>
      </pc:sldChg>
      <pc:sldChg chg="modSp new mod">
        <pc:chgData name="Sanchez Becerra, Alejandro" userId="6c40396b-7faf-44bd-8d7c-b4c550fe1dde" providerId="ADAL" clId="{CB85CAF8-6FB3-4532-A4B5-8384D075B086}" dt="2026-08-27T04:20:35.420" v="1127" actId="20577"/>
        <pc:sldMkLst>
          <pc:docMk/>
          <pc:sldMk cId="408445958" sldId="337"/>
        </pc:sldMkLst>
        <pc:spChg chg="mod">
          <ac:chgData name="Sanchez Becerra, Alejandro" userId="6c40396b-7faf-44bd-8d7c-b4c550fe1dde" providerId="ADAL" clId="{CB85CAF8-6FB3-4532-A4B5-8384D075B086}" dt="2026-08-27T04:20:19.850" v="1123" actId="6549"/>
          <ac:spMkLst>
            <pc:docMk/>
            <pc:sldMk cId="408445958" sldId="337"/>
            <ac:spMk id="2" creationId="{E1B9F96A-ED54-11D2-2C48-4361B6C2651F}"/>
          </ac:spMkLst>
        </pc:spChg>
        <pc:spChg chg="mod">
          <ac:chgData name="Sanchez Becerra, Alejandro" userId="6c40396b-7faf-44bd-8d7c-b4c550fe1dde" providerId="ADAL" clId="{CB85CAF8-6FB3-4532-A4B5-8384D075B086}" dt="2026-08-27T04:20:35.420" v="1127" actId="20577"/>
          <ac:spMkLst>
            <pc:docMk/>
            <pc:sldMk cId="408445958" sldId="337"/>
            <ac:spMk id="3" creationId="{26D90CE4-D582-CE53-AE13-319CAD88C0DB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1DA4E2C-6D98-4D22-839E-1552CE787DD5}" type="doc">
      <dgm:prSet loTypeId="urn:microsoft.com/office/officeart/2018/5/layout/IconCircleLabelList" loCatId="icon" qsTypeId="urn:microsoft.com/office/officeart/2005/8/quickstyle/simple1#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961A1DF7-A256-446A-BD20-4D30CB9D8A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tx1"/>
              </a:solidFill>
            </a:rPr>
            <a:t>Introductions</a:t>
          </a:r>
        </a:p>
      </dgm:t>
    </dgm:pt>
    <dgm:pt modelId="{718E4C63-CE00-4B54-952F-2A7086D4D6FF}" type="parTrans" cxnId="{989F6738-557A-4BD7-98CC-8E9DBD688165}">
      <dgm:prSet/>
      <dgm:spPr/>
      <dgm:t>
        <a:bodyPr/>
        <a:lstStyle/>
        <a:p>
          <a:endParaRPr lang="en-US"/>
        </a:p>
      </dgm:t>
    </dgm:pt>
    <dgm:pt modelId="{C5515528-36ED-4356-BAAC-4D6AA6A2BA05}" type="sibTrans" cxnId="{989F6738-557A-4BD7-98CC-8E9DBD688165}">
      <dgm:prSet/>
      <dgm:spPr/>
      <dgm:t>
        <a:bodyPr/>
        <a:lstStyle/>
        <a:p>
          <a:endParaRPr lang="en-US"/>
        </a:p>
      </dgm:t>
    </dgm:pt>
    <dgm:pt modelId="{6CDDCE65-C823-428B-87AC-EC25363F5CB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>
                  <a:lumMod val="75000"/>
                </a:schemeClr>
              </a:solidFill>
            </a:rPr>
            <a:t>CLASS DETAILS</a:t>
          </a:r>
        </a:p>
      </dgm:t>
    </dgm:pt>
    <dgm:pt modelId="{3BE22CE4-4F9B-4C08-B1EE-34D6722F358B}" type="parTrans" cxnId="{FC6D789B-640F-4CF8-8730-DA1780CF96C2}">
      <dgm:prSet/>
      <dgm:spPr/>
      <dgm:t>
        <a:bodyPr/>
        <a:lstStyle/>
        <a:p>
          <a:endParaRPr lang="en-US"/>
        </a:p>
      </dgm:t>
    </dgm:pt>
    <dgm:pt modelId="{6DEE57DC-15F2-4648-9732-8D91DD78DBC8}" type="sibTrans" cxnId="{FC6D789B-640F-4CF8-8730-DA1780CF96C2}">
      <dgm:prSet/>
      <dgm:spPr/>
      <dgm:t>
        <a:bodyPr/>
        <a:lstStyle/>
        <a:p>
          <a:endParaRPr lang="en-US"/>
        </a:p>
      </dgm:t>
    </dgm:pt>
    <dgm:pt modelId="{74DD4B2B-2049-4477-927C-0986A0404C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>
                  <a:lumMod val="75000"/>
                </a:schemeClr>
              </a:solidFill>
            </a:rPr>
            <a:t>COMPUTING Environment</a:t>
          </a:r>
        </a:p>
      </dgm:t>
    </dgm:pt>
    <dgm:pt modelId="{3EBBFC90-3670-42EA-995B-0AB84C81D111}" type="parTrans" cxnId="{FEB4D245-8CEF-42DF-A306-F1DC706C1BC8}">
      <dgm:prSet/>
      <dgm:spPr/>
      <dgm:t>
        <a:bodyPr/>
        <a:lstStyle/>
        <a:p>
          <a:endParaRPr lang="en-US"/>
        </a:p>
      </dgm:t>
    </dgm:pt>
    <dgm:pt modelId="{CAD9AB91-611E-44BF-85A9-79B193757383}" type="sibTrans" cxnId="{FEB4D245-8CEF-42DF-A306-F1DC706C1BC8}">
      <dgm:prSet/>
      <dgm:spPr/>
      <dgm:t>
        <a:bodyPr/>
        <a:lstStyle/>
        <a:p>
          <a:endParaRPr lang="en-US"/>
        </a:p>
      </dgm:t>
    </dgm:pt>
    <dgm:pt modelId="{03D6DE90-1BF9-4D4E-9AB4-1054775BADBE}" type="pres">
      <dgm:prSet presAssocID="{A1DA4E2C-6D98-4D22-839E-1552CE787DD5}" presName="root" presStyleCnt="0">
        <dgm:presLayoutVars>
          <dgm:dir/>
          <dgm:resizeHandles val="exact"/>
        </dgm:presLayoutVars>
      </dgm:prSet>
      <dgm:spPr/>
    </dgm:pt>
    <dgm:pt modelId="{46D41EB8-6BB6-46D1-938A-863096DE2B2C}" type="pres">
      <dgm:prSet presAssocID="{961A1DF7-A256-446A-BD20-4D30CB9D8A43}" presName="compNode" presStyleCnt="0"/>
      <dgm:spPr/>
    </dgm:pt>
    <dgm:pt modelId="{A1AD3946-0ACE-4671-AB30-8B25DFF9722A}" type="pres">
      <dgm:prSet presAssocID="{961A1DF7-A256-446A-BD20-4D30CB9D8A43}" presName="iconBgRect" presStyleLbl="bgShp" presStyleIdx="0" presStyleCnt="3"/>
      <dgm:spPr/>
    </dgm:pt>
    <dgm:pt modelId="{4D8AFE5D-2445-4631-BAF8-E7984A31E63B}" type="pres">
      <dgm:prSet presAssocID="{961A1DF7-A256-446A-BD20-4D30CB9D8A43}" presName="iconRect" presStyleLbl="node1" presStyleIdx="0" presStyleCnt="3"/>
      <dgm:spPr>
        <a:blipFill>
          <a:blip xmlns:r="http://schemas.openxmlformats.org/officeDocument/2006/relationships" r:embed="rId1">
            <a:alphaModFix/>
          </a:blip>
          <a:srcRect/>
          <a:stretch>
            <a:fillRect l="-25000" r="-25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 open on a deck with a blackboard in the background"/>
        </a:ext>
      </dgm:extLst>
    </dgm:pt>
    <dgm:pt modelId="{C09FAE76-7D61-4025-A096-1CDACD4C7E87}" type="pres">
      <dgm:prSet presAssocID="{961A1DF7-A256-446A-BD20-4D30CB9D8A43}" presName="spaceRect" presStyleCnt="0"/>
      <dgm:spPr/>
    </dgm:pt>
    <dgm:pt modelId="{7D2F5A32-9EE1-4960-AF07-DE138A3098F2}" type="pres">
      <dgm:prSet presAssocID="{961A1DF7-A256-446A-BD20-4D30CB9D8A43}" presName="textRect" presStyleLbl="revTx" presStyleIdx="0" presStyleCnt="3">
        <dgm:presLayoutVars>
          <dgm:chMax val="1"/>
          <dgm:chPref val="1"/>
        </dgm:presLayoutVars>
      </dgm:prSet>
      <dgm:spPr/>
    </dgm:pt>
    <dgm:pt modelId="{6C6EF9B4-B7D2-450F-A9B9-6F63A1D46896}" type="pres">
      <dgm:prSet presAssocID="{C5515528-36ED-4356-BAAC-4D6AA6A2BA05}" presName="sibTrans" presStyleCnt="0"/>
      <dgm:spPr/>
    </dgm:pt>
    <dgm:pt modelId="{4A7BF2F4-63BE-4DD0-B2A0-4F155B014C44}" type="pres">
      <dgm:prSet presAssocID="{74DD4B2B-2049-4477-927C-0986A0404C27}" presName="compNode" presStyleCnt="0"/>
      <dgm:spPr/>
    </dgm:pt>
    <dgm:pt modelId="{21DB632F-7494-4A80-B209-23D0EFCBBE19}" type="pres">
      <dgm:prSet presAssocID="{74DD4B2B-2049-4477-927C-0986A0404C27}" presName="iconBgRect" presStyleLbl="bgShp" presStyleIdx="1" presStyleCnt="3"/>
      <dgm:spPr/>
    </dgm:pt>
    <dgm:pt modelId="{EEA14683-DBF9-4188-914A-1FE4B6E2326D}" type="pres">
      <dgm:prSet presAssocID="{74DD4B2B-2049-4477-927C-0986A0404C27}" presName="iconRect" presStyleLbl="node1" presStyleIdx="1" presStyleCnt="3"/>
      <dgm:spPr>
        <a:blipFill>
          <a:blip xmlns:r="http://schemas.openxmlformats.org/officeDocument/2006/relationships" r:embed="rId2">
            <a:alphaModFix amt="5000"/>
          </a:blip>
          <a:srcRect/>
          <a:stretch>
            <a:fillRect l="-25000" r="-25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lorful oil painting of a sunset"/>
        </a:ext>
      </dgm:extLst>
    </dgm:pt>
    <dgm:pt modelId="{2F891A23-2381-4F8C-9433-537482EC1B2C}" type="pres">
      <dgm:prSet presAssocID="{74DD4B2B-2049-4477-927C-0986A0404C27}" presName="spaceRect" presStyleCnt="0"/>
      <dgm:spPr/>
    </dgm:pt>
    <dgm:pt modelId="{7A30628C-25E8-4577-8964-6D8DF1A88803}" type="pres">
      <dgm:prSet presAssocID="{74DD4B2B-2049-4477-927C-0986A0404C27}" presName="textRect" presStyleLbl="revTx" presStyleIdx="1" presStyleCnt="3">
        <dgm:presLayoutVars>
          <dgm:chMax val="1"/>
          <dgm:chPref val="1"/>
        </dgm:presLayoutVars>
      </dgm:prSet>
      <dgm:spPr/>
    </dgm:pt>
    <dgm:pt modelId="{16EAA3C7-0D6B-4E61-AEE3-02C107648298}" type="pres">
      <dgm:prSet presAssocID="{CAD9AB91-611E-44BF-85A9-79B193757383}" presName="sibTrans" presStyleCnt="0"/>
      <dgm:spPr/>
    </dgm:pt>
    <dgm:pt modelId="{6DF74D7F-9F7B-4986-B856-5A5A31C74BB2}" type="pres">
      <dgm:prSet presAssocID="{6CDDCE65-C823-428B-87AC-EC25363F5CB3}" presName="compNode" presStyleCnt="0"/>
      <dgm:spPr/>
    </dgm:pt>
    <dgm:pt modelId="{40B2DD32-276E-4F3C-93A0-4FC63336581E}" type="pres">
      <dgm:prSet presAssocID="{6CDDCE65-C823-428B-87AC-EC25363F5CB3}" presName="iconBgRect" presStyleLbl="bgShp" presStyleIdx="2" presStyleCnt="3"/>
      <dgm:spPr/>
    </dgm:pt>
    <dgm:pt modelId="{B2FFA1F6-482C-4822-BC1E-4C2119773A98}" type="pres">
      <dgm:prSet presAssocID="{6CDDCE65-C823-428B-87AC-EC25363F5CB3}" presName="iconRect" presStyleLbl="node1" presStyleIdx="2" presStyleCnt="3"/>
      <dgm:spPr>
        <a:blipFill>
          <a:blip xmlns:r="http://schemas.openxmlformats.org/officeDocument/2006/relationships" r:embed="rId3">
            <a:alphaModFix amt="5000"/>
          </a:blip>
          <a:srcRect/>
          <a:stretch>
            <a:fillRect l="-17000" r="-17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ctopus in action on the seabed"/>
        </a:ext>
      </dgm:extLst>
    </dgm:pt>
    <dgm:pt modelId="{C080A4DB-45FE-4F2F-AC4E-65E287D521DF}" type="pres">
      <dgm:prSet presAssocID="{6CDDCE65-C823-428B-87AC-EC25363F5CB3}" presName="spaceRect" presStyleCnt="0"/>
      <dgm:spPr/>
    </dgm:pt>
    <dgm:pt modelId="{F6058C23-3FD6-4AE1-B70E-4FDA3463FAFB}" type="pres">
      <dgm:prSet presAssocID="{6CDDCE65-C823-428B-87AC-EC25363F5CB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5FAA30C-2332-4841-A13D-5CF2F207041C}" type="presOf" srcId="{961A1DF7-A256-446A-BD20-4D30CB9D8A43}" destId="{7D2F5A32-9EE1-4960-AF07-DE138A3098F2}" srcOrd="0" destOrd="0" presId="urn:microsoft.com/office/officeart/2018/5/layout/IconCircleLabelList"/>
    <dgm:cxn modelId="{A798E51C-AE46-4774-9F4D-E83115E5E86C}" type="presOf" srcId="{74DD4B2B-2049-4477-927C-0986A0404C27}" destId="{7A30628C-25E8-4577-8964-6D8DF1A88803}" srcOrd="0" destOrd="0" presId="urn:microsoft.com/office/officeart/2018/5/layout/IconCircleLabelList"/>
    <dgm:cxn modelId="{71C2BB24-599A-4E6A-A470-DDFF23DB1A3C}" type="presOf" srcId="{A1DA4E2C-6D98-4D22-839E-1552CE787DD5}" destId="{03D6DE90-1BF9-4D4E-9AB4-1054775BADBE}" srcOrd="0" destOrd="0" presId="urn:microsoft.com/office/officeart/2018/5/layout/IconCircleLabelList"/>
    <dgm:cxn modelId="{989F6738-557A-4BD7-98CC-8E9DBD688165}" srcId="{A1DA4E2C-6D98-4D22-839E-1552CE787DD5}" destId="{961A1DF7-A256-446A-BD20-4D30CB9D8A43}" srcOrd="0" destOrd="0" parTransId="{718E4C63-CE00-4B54-952F-2A7086D4D6FF}" sibTransId="{C5515528-36ED-4356-BAAC-4D6AA6A2BA05}"/>
    <dgm:cxn modelId="{FEB4D245-8CEF-42DF-A306-F1DC706C1BC8}" srcId="{A1DA4E2C-6D98-4D22-839E-1552CE787DD5}" destId="{74DD4B2B-2049-4477-927C-0986A0404C27}" srcOrd="1" destOrd="0" parTransId="{3EBBFC90-3670-42EA-995B-0AB84C81D111}" sibTransId="{CAD9AB91-611E-44BF-85A9-79B193757383}"/>
    <dgm:cxn modelId="{FFA90E93-BB5A-4B24-97E6-6D7BA99E6DD3}" type="presOf" srcId="{6CDDCE65-C823-428B-87AC-EC25363F5CB3}" destId="{F6058C23-3FD6-4AE1-B70E-4FDA3463FAFB}" srcOrd="0" destOrd="0" presId="urn:microsoft.com/office/officeart/2018/5/layout/IconCircleLabelList"/>
    <dgm:cxn modelId="{FC6D789B-640F-4CF8-8730-DA1780CF96C2}" srcId="{A1DA4E2C-6D98-4D22-839E-1552CE787DD5}" destId="{6CDDCE65-C823-428B-87AC-EC25363F5CB3}" srcOrd="2" destOrd="0" parTransId="{3BE22CE4-4F9B-4C08-B1EE-34D6722F358B}" sibTransId="{6DEE57DC-15F2-4648-9732-8D91DD78DBC8}"/>
    <dgm:cxn modelId="{DFD8CACA-8183-4349-981F-E278B9B81B91}" type="presParOf" srcId="{03D6DE90-1BF9-4D4E-9AB4-1054775BADBE}" destId="{46D41EB8-6BB6-46D1-938A-863096DE2B2C}" srcOrd="0" destOrd="0" presId="urn:microsoft.com/office/officeart/2018/5/layout/IconCircleLabelList"/>
    <dgm:cxn modelId="{03DF02DF-F898-4802-93FA-3F4E1DC0DB80}" type="presParOf" srcId="{46D41EB8-6BB6-46D1-938A-863096DE2B2C}" destId="{A1AD3946-0ACE-4671-AB30-8B25DFF9722A}" srcOrd="0" destOrd="0" presId="urn:microsoft.com/office/officeart/2018/5/layout/IconCircleLabelList"/>
    <dgm:cxn modelId="{1F1B0D80-A03A-4FE3-966D-E2B6B0F13756}" type="presParOf" srcId="{46D41EB8-6BB6-46D1-938A-863096DE2B2C}" destId="{4D8AFE5D-2445-4631-BAF8-E7984A31E63B}" srcOrd="1" destOrd="0" presId="urn:microsoft.com/office/officeart/2018/5/layout/IconCircleLabelList"/>
    <dgm:cxn modelId="{1FD0EEF4-51E5-44EA-B8BB-B47EA756A86D}" type="presParOf" srcId="{46D41EB8-6BB6-46D1-938A-863096DE2B2C}" destId="{C09FAE76-7D61-4025-A096-1CDACD4C7E87}" srcOrd="2" destOrd="0" presId="urn:microsoft.com/office/officeart/2018/5/layout/IconCircleLabelList"/>
    <dgm:cxn modelId="{6846F86F-D623-43D7-9D6F-6A4569389E0B}" type="presParOf" srcId="{46D41EB8-6BB6-46D1-938A-863096DE2B2C}" destId="{7D2F5A32-9EE1-4960-AF07-DE138A3098F2}" srcOrd="3" destOrd="0" presId="urn:microsoft.com/office/officeart/2018/5/layout/IconCircleLabelList"/>
    <dgm:cxn modelId="{1106CABA-554D-484A-A719-D55D703F3A7C}" type="presParOf" srcId="{03D6DE90-1BF9-4D4E-9AB4-1054775BADBE}" destId="{6C6EF9B4-B7D2-450F-A9B9-6F63A1D46896}" srcOrd="1" destOrd="0" presId="urn:microsoft.com/office/officeart/2018/5/layout/IconCircleLabelList"/>
    <dgm:cxn modelId="{0CBCF553-9E3D-43A8-9705-D1B9BE7D4E28}" type="presParOf" srcId="{03D6DE90-1BF9-4D4E-9AB4-1054775BADBE}" destId="{4A7BF2F4-63BE-4DD0-B2A0-4F155B014C44}" srcOrd="2" destOrd="0" presId="urn:microsoft.com/office/officeart/2018/5/layout/IconCircleLabelList"/>
    <dgm:cxn modelId="{A4BD2551-DA13-4C82-957D-405F80352F09}" type="presParOf" srcId="{4A7BF2F4-63BE-4DD0-B2A0-4F155B014C44}" destId="{21DB632F-7494-4A80-B209-23D0EFCBBE19}" srcOrd="0" destOrd="0" presId="urn:microsoft.com/office/officeart/2018/5/layout/IconCircleLabelList"/>
    <dgm:cxn modelId="{8D334D41-BE2D-4050-B70C-2439834311D8}" type="presParOf" srcId="{4A7BF2F4-63BE-4DD0-B2A0-4F155B014C44}" destId="{EEA14683-DBF9-4188-914A-1FE4B6E2326D}" srcOrd="1" destOrd="0" presId="urn:microsoft.com/office/officeart/2018/5/layout/IconCircleLabelList"/>
    <dgm:cxn modelId="{FFF55A23-65F0-499B-978F-E272315C8D85}" type="presParOf" srcId="{4A7BF2F4-63BE-4DD0-B2A0-4F155B014C44}" destId="{2F891A23-2381-4F8C-9433-537482EC1B2C}" srcOrd="2" destOrd="0" presId="urn:microsoft.com/office/officeart/2018/5/layout/IconCircleLabelList"/>
    <dgm:cxn modelId="{2E485FA5-8499-4CEC-A084-A5BA1AD55B29}" type="presParOf" srcId="{4A7BF2F4-63BE-4DD0-B2A0-4F155B014C44}" destId="{7A30628C-25E8-4577-8964-6D8DF1A88803}" srcOrd="3" destOrd="0" presId="urn:microsoft.com/office/officeart/2018/5/layout/IconCircleLabelList"/>
    <dgm:cxn modelId="{F3548658-F0C9-4CD1-A0E1-E65C9E86B891}" type="presParOf" srcId="{03D6DE90-1BF9-4D4E-9AB4-1054775BADBE}" destId="{16EAA3C7-0D6B-4E61-AEE3-02C107648298}" srcOrd="3" destOrd="0" presId="urn:microsoft.com/office/officeart/2018/5/layout/IconCircleLabelList"/>
    <dgm:cxn modelId="{6F601B1A-5039-4AFE-8431-469DAFB76CB7}" type="presParOf" srcId="{03D6DE90-1BF9-4D4E-9AB4-1054775BADBE}" destId="{6DF74D7F-9F7B-4986-B856-5A5A31C74BB2}" srcOrd="4" destOrd="0" presId="urn:microsoft.com/office/officeart/2018/5/layout/IconCircleLabelList"/>
    <dgm:cxn modelId="{BC5E8F3B-917C-4BC7-840D-30065A8BD33B}" type="presParOf" srcId="{6DF74D7F-9F7B-4986-B856-5A5A31C74BB2}" destId="{40B2DD32-276E-4F3C-93A0-4FC63336581E}" srcOrd="0" destOrd="0" presId="urn:microsoft.com/office/officeart/2018/5/layout/IconCircleLabelList"/>
    <dgm:cxn modelId="{75C29AE9-0DF7-45F7-84C5-41E250104157}" type="presParOf" srcId="{6DF74D7F-9F7B-4986-B856-5A5A31C74BB2}" destId="{B2FFA1F6-482C-4822-BC1E-4C2119773A98}" srcOrd="1" destOrd="0" presId="urn:microsoft.com/office/officeart/2018/5/layout/IconCircleLabelList"/>
    <dgm:cxn modelId="{4F8E5CC0-0A84-4C6C-ACE5-F52DD8491657}" type="presParOf" srcId="{6DF74D7F-9F7B-4986-B856-5A5A31C74BB2}" destId="{C080A4DB-45FE-4F2F-AC4E-65E287D521DF}" srcOrd="2" destOrd="0" presId="urn:microsoft.com/office/officeart/2018/5/layout/IconCircleLabelList"/>
    <dgm:cxn modelId="{18792A99-3FA1-4C72-BA16-1237371D4C5A}" type="presParOf" srcId="{6DF74D7F-9F7B-4986-B856-5A5A31C74BB2}" destId="{F6058C23-3FD6-4AE1-B70E-4FDA3463FAF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1DA4E2C-6D98-4D22-839E-1552CE787DD5}" type="doc">
      <dgm:prSet loTypeId="urn:microsoft.com/office/officeart/2018/5/layout/IconCircleLabelList" loCatId="icon" qsTypeId="urn:microsoft.com/office/officeart/2005/8/quickstyle/simple1#2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961A1DF7-A256-446A-BD20-4D30CB9D8A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>
                  <a:lumMod val="75000"/>
                </a:schemeClr>
              </a:solidFill>
            </a:rPr>
            <a:t>Introductions</a:t>
          </a:r>
        </a:p>
      </dgm:t>
    </dgm:pt>
    <dgm:pt modelId="{718E4C63-CE00-4B54-952F-2A7086D4D6FF}" type="parTrans" cxnId="{989F6738-557A-4BD7-98CC-8E9DBD688165}">
      <dgm:prSet/>
      <dgm:spPr/>
      <dgm:t>
        <a:bodyPr/>
        <a:lstStyle/>
        <a:p>
          <a:endParaRPr lang="en-US"/>
        </a:p>
      </dgm:t>
    </dgm:pt>
    <dgm:pt modelId="{C5515528-36ED-4356-BAAC-4D6AA6A2BA05}" type="sibTrans" cxnId="{989F6738-557A-4BD7-98CC-8E9DBD688165}">
      <dgm:prSet/>
      <dgm:spPr/>
      <dgm:t>
        <a:bodyPr/>
        <a:lstStyle/>
        <a:p>
          <a:endParaRPr lang="en-US"/>
        </a:p>
      </dgm:t>
    </dgm:pt>
    <dgm:pt modelId="{6CDDCE65-C823-428B-87AC-EC25363F5CB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bg1">
                  <a:lumMod val="75000"/>
                </a:schemeClr>
              </a:solidFill>
            </a:rPr>
            <a:t>CLASS DETAILS</a:t>
          </a:r>
        </a:p>
      </dgm:t>
    </dgm:pt>
    <dgm:pt modelId="{3BE22CE4-4F9B-4C08-B1EE-34D6722F358B}" type="parTrans" cxnId="{FC6D789B-640F-4CF8-8730-DA1780CF96C2}">
      <dgm:prSet/>
      <dgm:spPr/>
      <dgm:t>
        <a:bodyPr/>
        <a:lstStyle/>
        <a:p>
          <a:endParaRPr lang="en-US"/>
        </a:p>
      </dgm:t>
    </dgm:pt>
    <dgm:pt modelId="{6DEE57DC-15F2-4648-9732-8D91DD78DBC8}" type="sibTrans" cxnId="{FC6D789B-640F-4CF8-8730-DA1780CF96C2}">
      <dgm:prSet/>
      <dgm:spPr/>
      <dgm:t>
        <a:bodyPr/>
        <a:lstStyle/>
        <a:p>
          <a:endParaRPr lang="en-US"/>
        </a:p>
      </dgm:t>
    </dgm:pt>
    <dgm:pt modelId="{74DD4B2B-2049-4477-927C-0986A0404C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>
              <a:solidFill>
                <a:schemeClr val="tx1"/>
              </a:solidFill>
            </a:rPr>
            <a:t>COMPUTING Environment</a:t>
          </a:r>
        </a:p>
      </dgm:t>
    </dgm:pt>
    <dgm:pt modelId="{3EBBFC90-3670-42EA-995B-0AB84C81D111}" type="parTrans" cxnId="{FEB4D245-8CEF-42DF-A306-F1DC706C1BC8}">
      <dgm:prSet/>
      <dgm:spPr/>
      <dgm:t>
        <a:bodyPr/>
        <a:lstStyle/>
        <a:p>
          <a:endParaRPr lang="en-US"/>
        </a:p>
      </dgm:t>
    </dgm:pt>
    <dgm:pt modelId="{CAD9AB91-611E-44BF-85A9-79B193757383}" type="sibTrans" cxnId="{FEB4D245-8CEF-42DF-A306-F1DC706C1BC8}">
      <dgm:prSet/>
      <dgm:spPr/>
      <dgm:t>
        <a:bodyPr/>
        <a:lstStyle/>
        <a:p>
          <a:endParaRPr lang="en-US"/>
        </a:p>
      </dgm:t>
    </dgm:pt>
    <dgm:pt modelId="{03D6DE90-1BF9-4D4E-9AB4-1054775BADBE}" type="pres">
      <dgm:prSet presAssocID="{A1DA4E2C-6D98-4D22-839E-1552CE787DD5}" presName="root" presStyleCnt="0">
        <dgm:presLayoutVars>
          <dgm:dir/>
          <dgm:resizeHandles val="exact"/>
        </dgm:presLayoutVars>
      </dgm:prSet>
      <dgm:spPr/>
    </dgm:pt>
    <dgm:pt modelId="{46D41EB8-6BB6-46D1-938A-863096DE2B2C}" type="pres">
      <dgm:prSet presAssocID="{961A1DF7-A256-446A-BD20-4D30CB9D8A43}" presName="compNode" presStyleCnt="0"/>
      <dgm:spPr/>
    </dgm:pt>
    <dgm:pt modelId="{A1AD3946-0ACE-4671-AB30-8B25DFF9722A}" type="pres">
      <dgm:prSet presAssocID="{961A1DF7-A256-446A-BD20-4D30CB9D8A43}" presName="iconBgRect" presStyleLbl="bgShp" presStyleIdx="0" presStyleCnt="3"/>
      <dgm:spPr/>
    </dgm:pt>
    <dgm:pt modelId="{4D8AFE5D-2445-4631-BAF8-E7984A31E63B}" type="pres">
      <dgm:prSet presAssocID="{961A1DF7-A256-446A-BD20-4D30CB9D8A43}" presName="iconRect" presStyleLbl="node1" presStyleIdx="0" presStyleCnt="3"/>
      <dgm:spPr>
        <a:blipFill>
          <a:blip xmlns:r="http://schemas.openxmlformats.org/officeDocument/2006/relationships" r:embed="rId1">
            <a:alphaModFix amt="5000"/>
          </a:blip>
          <a:srcRect/>
          <a:stretch>
            <a:fillRect l="-25000" r="-25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 open on a deck with a blackboard in the background"/>
        </a:ext>
      </dgm:extLst>
    </dgm:pt>
    <dgm:pt modelId="{C09FAE76-7D61-4025-A096-1CDACD4C7E87}" type="pres">
      <dgm:prSet presAssocID="{961A1DF7-A256-446A-BD20-4D30CB9D8A43}" presName="spaceRect" presStyleCnt="0"/>
      <dgm:spPr/>
    </dgm:pt>
    <dgm:pt modelId="{7D2F5A32-9EE1-4960-AF07-DE138A3098F2}" type="pres">
      <dgm:prSet presAssocID="{961A1DF7-A256-446A-BD20-4D30CB9D8A43}" presName="textRect" presStyleLbl="revTx" presStyleIdx="0" presStyleCnt="3">
        <dgm:presLayoutVars>
          <dgm:chMax val="1"/>
          <dgm:chPref val="1"/>
        </dgm:presLayoutVars>
      </dgm:prSet>
      <dgm:spPr/>
    </dgm:pt>
    <dgm:pt modelId="{6C6EF9B4-B7D2-450F-A9B9-6F63A1D46896}" type="pres">
      <dgm:prSet presAssocID="{C5515528-36ED-4356-BAAC-4D6AA6A2BA05}" presName="sibTrans" presStyleCnt="0"/>
      <dgm:spPr/>
    </dgm:pt>
    <dgm:pt modelId="{4A7BF2F4-63BE-4DD0-B2A0-4F155B014C44}" type="pres">
      <dgm:prSet presAssocID="{74DD4B2B-2049-4477-927C-0986A0404C27}" presName="compNode" presStyleCnt="0"/>
      <dgm:spPr/>
    </dgm:pt>
    <dgm:pt modelId="{21DB632F-7494-4A80-B209-23D0EFCBBE19}" type="pres">
      <dgm:prSet presAssocID="{74DD4B2B-2049-4477-927C-0986A0404C27}" presName="iconBgRect" presStyleLbl="bgShp" presStyleIdx="1" presStyleCnt="3"/>
      <dgm:spPr/>
    </dgm:pt>
    <dgm:pt modelId="{EEA14683-DBF9-4188-914A-1FE4B6E2326D}" type="pres">
      <dgm:prSet presAssocID="{74DD4B2B-2049-4477-927C-0986A0404C27}" presName="iconRect" presStyleLbl="node1" presStyleIdx="1" presStyleCnt="3"/>
      <dgm:spPr>
        <a:blipFill>
          <a:blip xmlns:r="http://schemas.openxmlformats.org/officeDocument/2006/relationships" r:embed="rId2">
            <a:alphaModFix/>
          </a:blip>
          <a:srcRect/>
          <a:stretch>
            <a:fillRect l="-25000" r="-25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lorful oil painting of a sunset"/>
        </a:ext>
      </dgm:extLst>
    </dgm:pt>
    <dgm:pt modelId="{2F891A23-2381-4F8C-9433-537482EC1B2C}" type="pres">
      <dgm:prSet presAssocID="{74DD4B2B-2049-4477-927C-0986A0404C27}" presName="spaceRect" presStyleCnt="0"/>
      <dgm:spPr/>
    </dgm:pt>
    <dgm:pt modelId="{7A30628C-25E8-4577-8964-6D8DF1A88803}" type="pres">
      <dgm:prSet presAssocID="{74DD4B2B-2049-4477-927C-0986A0404C27}" presName="textRect" presStyleLbl="revTx" presStyleIdx="1" presStyleCnt="3">
        <dgm:presLayoutVars>
          <dgm:chMax val="1"/>
          <dgm:chPref val="1"/>
        </dgm:presLayoutVars>
      </dgm:prSet>
      <dgm:spPr/>
    </dgm:pt>
    <dgm:pt modelId="{16EAA3C7-0D6B-4E61-AEE3-02C107648298}" type="pres">
      <dgm:prSet presAssocID="{CAD9AB91-611E-44BF-85A9-79B193757383}" presName="sibTrans" presStyleCnt="0"/>
      <dgm:spPr/>
    </dgm:pt>
    <dgm:pt modelId="{6DF74D7F-9F7B-4986-B856-5A5A31C74BB2}" type="pres">
      <dgm:prSet presAssocID="{6CDDCE65-C823-428B-87AC-EC25363F5CB3}" presName="compNode" presStyleCnt="0"/>
      <dgm:spPr/>
    </dgm:pt>
    <dgm:pt modelId="{40B2DD32-276E-4F3C-93A0-4FC63336581E}" type="pres">
      <dgm:prSet presAssocID="{6CDDCE65-C823-428B-87AC-EC25363F5CB3}" presName="iconBgRect" presStyleLbl="bgShp" presStyleIdx="2" presStyleCnt="3"/>
      <dgm:spPr/>
    </dgm:pt>
    <dgm:pt modelId="{B2FFA1F6-482C-4822-BC1E-4C2119773A98}" type="pres">
      <dgm:prSet presAssocID="{6CDDCE65-C823-428B-87AC-EC25363F5CB3}" presName="iconRect" presStyleLbl="node1" presStyleIdx="2" presStyleCnt="3"/>
      <dgm:spPr>
        <a:blipFill>
          <a:blip xmlns:r="http://schemas.openxmlformats.org/officeDocument/2006/relationships" r:embed="rId3">
            <a:alphaModFix amt="5000"/>
          </a:blip>
          <a:srcRect/>
          <a:stretch>
            <a:fillRect l="-17000" r="-17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ctopus in action on the seabed"/>
        </a:ext>
      </dgm:extLst>
    </dgm:pt>
    <dgm:pt modelId="{C080A4DB-45FE-4F2F-AC4E-65E287D521DF}" type="pres">
      <dgm:prSet presAssocID="{6CDDCE65-C823-428B-87AC-EC25363F5CB3}" presName="spaceRect" presStyleCnt="0"/>
      <dgm:spPr/>
    </dgm:pt>
    <dgm:pt modelId="{F6058C23-3FD6-4AE1-B70E-4FDA3463FAFB}" type="pres">
      <dgm:prSet presAssocID="{6CDDCE65-C823-428B-87AC-EC25363F5CB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5FAA30C-2332-4841-A13D-5CF2F207041C}" type="presOf" srcId="{961A1DF7-A256-446A-BD20-4D30CB9D8A43}" destId="{7D2F5A32-9EE1-4960-AF07-DE138A3098F2}" srcOrd="0" destOrd="0" presId="urn:microsoft.com/office/officeart/2018/5/layout/IconCircleLabelList"/>
    <dgm:cxn modelId="{A798E51C-AE46-4774-9F4D-E83115E5E86C}" type="presOf" srcId="{74DD4B2B-2049-4477-927C-0986A0404C27}" destId="{7A30628C-25E8-4577-8964-6D8DF1A88803}" srcOrd="0" destOrd="0" presId="urn:microsoft.com/office/officeart/2018/5/layout/IconCircleLabelList"/>
    <dgm:cxn modelId="{71C2BB24-599A-4E6A-A470-DDFF23DB1A3C}" type="presOf" srcId="{A1DA4E2C-6D98-4D22-839E-1552CE787DD5}" destId="{03D6DE90-1BF9-4D4E-9AB4-1054775BADBE}" srcOrd="0" destOrd="0" presId="urn:microsoft.com/office/officeart/2018/5/layout/IconCircleLabelList"/>
    <dgm:cxn modelId="{989F6738-557A-4BD7-98CC-8E9DBD688165}" srcId="{A1DA4E2C-6D98-4D22-839E-1552CE787DD5}" destId="{961A1DF7-A256-446A-BD20-4D30CB9D8A43}" srcOrd="0" destOrd="0" parTransId="{718E4C63-CE00-4B54-952F-2A7086D4D6FF}" sibTransId="{C5515528-36ED-4356-BAAC-4D6AA6A2BA05}"/>
    <dgm:cxn modelId="{FEB4D245-8CEF-42DF-A306-F1DC706C1BC8}" srcId="{A1DA4E2C-6D98-4D22-839E-1552CE787DD5}" destId="{74DD4B2B-2049-4477-927C-0986A0404C27}" srcOrd="1" destOrd="0" parTransId="{3EBBFC90-3670-42EA-995B-0AB84C81D111}" sibTransId="{CAD9AB91-611E-44BF-85A9-79B193757383}"/>
    <dgm:cxn modelId="{FFA90E93-BB5A-4B24-97E6-6D7BA99E6DD3}" type="presOf" srcId="{6CDDCE65-C823-428B-87AC-EC25363F5CB3}" destId="{F6058C23-3FD6-4AE1-B70E-4FDA3463FAFB}" srcOrd="0" destOrd="0" presId="urn:microsoft.com/office/officeart/2018/5/layout/IconCircleLabelList"/>
    <dgm:cxn modelId="{FC6D789B-640F-4CF8-8730-DA1780CF96C2}" srcId="{A1DA4E2C-6D98-4D22-839E-1552CE787DD5}" destId="{6CDDCE65-C823-428B-87AC-EC25363F5CB3}" srcOrd="2" destOrd="0" parTransId="{3BE22CE4-4F9B-4C08-B1EE-34D6722F358B}" sibTransId="{6DEE57DC-15F2-4648-9732-8D91DD78DBC8}"/>
    <dgm:cxn modelId="{DFD8CACA-8183-4349-981F-E278B9B81B91}" type="presParOf" srcId="{03D6DE90-1BF9-4D4E-9AB4-1054775BADBE}" destId="{46D41EB8-6BB6-46D1-938A-863096DE2B2C}" srcOrd="0" destOrd="0" presId="urn:microsoft.com/office/officeart/2018/5/layout/IconCircleLabelList"/>
    <dgm:cxn modelId="{03DF02DF-F898-4802-93FA-3F4E1DC0DB80}" type="presParOf" srcId="{46D41EB8-6BB6-46D1-938A-863096DE2B2C}" destId="{A1AD3946-0ACE-4671-AB30-8B25DFF9722A}" srcOrd="0" destOrd="0" presId="urn:microsoft.com/office/officeart/2018/5/layout/IconCircleLabelList"/>
    <dgm:cxn modelId="{1F1B0D80-A03A-4FE3-966D-E2B6B0F13756}" type="presParOf" srcId="{46D41EB8-6BB6-46D1-938A-863096DE2B2C}" destId="{4D8AFE5D-2445-4631-BAF8-E7984A31E63B}" srcOrd="1" destOrd="0" presId="urn:microsoft.com/office/officeart/2018/5/layout/IconCircleLabelList"/>
    <dgm:cxn modelId="{1FD0EEF4-51E5-44EA-B8BB-B47EA756A86D}" type="presParOf" srcId="{46D41EB8-6BB6-46D1-938A-863096DE2B2C}" destId="{C09FAE76-7D61-4025-A096-1CDACD4C7E87}" srcOrd="2" destOrd="0" presId="urn:microsoft.com/office/officeart/2018/5/layout/IconCircleLabelList"/>
    <dgm:cxn modelId="{6846F86F-D623-43D7-9D6F-6A4569389E0B}" type="presParOf" srcId="{46D41EB8-6BB6-46D1-938A-863096DE2B2C}" destId="{7D2F5A32-9EE1-4960-AF07-DE138A3098F2}" srcOrd="3" destOrd="0" presId="urn:microsoft.com/office/officeart/2018/5/layout/IconCircleLabelList"/>
    <dgm:cxn modelId="{1106CABA-554D-484A-A719-D55D703F3A7C}" type="presParOf" srcId="{03D6DE90-1BF9-4D4E-9AB4-1054775BADBE}" destId="{6C6EF9B4-B7D2-450F-A9B9-6F63A1D46896}" srcOrd="1" destOrd="0" presId="urn:microsoft.com/office/officeart/2018/5/layout/IconCircleLabelList"/>
    <dgm:cxn modelId="{0CBCF553-9E3D-43A8-9705-D1B9BE7D4E28}" type="presParOf" srcId="{03D6DE90-1BF9-4D4E-9AB4-1054775BADBE}" destId="{4A7BF2F4-63BE-4DD0-B2A0-4F155B014C44}" srcOrd="2" destOrd="0" presId="urn:microsoft.com/office/officeart/2018/5/layout/IconCircleLabelList"/>
    <dgm:cxn modelId="{A4BD2551-DA13-4C82-957D-405F80352F09}" type="presParOf" srcId="{4A7BF2F4-63BE-4DD0-B2A0-4F155B014C44}" destId="{21DB632F-7494-4A80-B209-23D0EFCBBE19}" srcOrd="0" destOrd="0" presId="urn:microsoft.com/office/officeart/2018/5/layout/IconCircleLabelList"/>
    <dgm:cxn modelId="{8D334D41-BE2D-4050-B70C-2439834311D8}" type="presParOf" srcId="{4A7BF2F4-63BE-4DD0-B2A0-4F155B014C44}" destId="{EEA14683-DBF9-4188-914A-1FE4B6E2326D}" srcOrd="1" destOrd="0" presId="urn:microsoft.com/office/officeart/2018/5/layout/IconCircleLabelList"/>
    <dgm:cxn modelId="{FFF55A23-65F0-499B-978F-E272315C8D85}" type="presParOf" srcId="{4A7BF2F4-63BE-4DD0-B2A0-4F155B014C44}" destId="{2F891A23-2381-4F8C-9433-537482EC1B2C}" srcOrd="2" destOrd="0" presId="urn:microsoft.com/office/officeart/2018/5/layout/IconCircleLabelList"/>
    <dgm:cxn modelId="{2E485FA5-8499-4CEC-A084-A5BA1AD55B29}" type="presParOf" srcId="{4A7BF2F4-63BE-4DD0-B2A0-4F155B014C44}" destId="{7A30628C-25E8-4577-8964-6D8DF1A88803}" srcOrd="3" destOrd="0" presId="urn:microsoft.com/office/officeart/2018/5/layout/IconCircleLabelList"/>
    <dgm:cxn modelId="{F3548658-F0C9-4CD1-A0E1-E65C9E86B891}" type="presParOf" srcId="{03D6DE90-1BF9-4D4E-9AB4-1054775BADBE}" destId="{16EAA3C7-0D6B-4E61-AEE3-02C107648298}" srcOrd="3" destOrd="0" presId="urn:microsoft.com/office/officeart/2018/5/layout/IconCircleLabelList"/>
    <dgm:cxn modelId="{6F601B1A-5039-4AFE-8431-469DAFB76CB7}" type="presParOf" srcId="{03D6DE90-1BF9-4D4E-9AB4-1054775BADBE}" destId="{6DF74D7F-9F7B-4986-B856-5A5A31C74BB2}" srcOrd="4" destOrd="0" presId="urn:microsoft.com/office/officeart/2018/5/layout/IconCircleLabelList"/>
    <dgm:cxn modelId="{BC5E8F3B-917C-4BC7-840D-30065A8BD33B}" type="presParOf" srcId="{6DF74D7F-9F7B-4986-B856-5A5A31C74BB2}" destId="{40B2DD32-276E-4F3C-93A0-4FC63336581E}" srcOrd="0" destOrd="0" presId="urn:microsoft.com/office/officeart/2018/5/layout/IconCircleLabelList"/>
    <dgm:cxn modelId="{75C29AE9-0DF7-45F7-84C5-41E250104157}" type="presParOf" srcId="{6DF74D7F-9F7B-4986-B856-5A5A31C74BB2}" destId="{B2FFA1F6-482C-4822-BC1E-4C2119773A98}" srcOrd="1" destOrd="0" presId="urn:microsoft.com/office/officeart/2018/5/layout/IconCircleLabelList"/>
    <dgm:cxn modelId="{4F8E5CC0-0A84-4C6C-ACE5-F52DD8491657}" type="presParOf" srcId="{6DF74D7F-9F7B-4986-B856-5A5A31C74BB2}" destId="{C080A4DB-45FE-4F2F-AC4E-65E287D521DF}" srcOrd="2" destOrd="0" presId="urn:microsoft.com/office/officeart/2018/5/layout/IconCircleLabelList"/>
    <dgm:cxn modelId="{18792A99-3FA1-4C72-BA16-1237371D4C5A}" type="presParOf" srcId="{6DF74D7F-9F7B-4986-B856-5A5A31C74BB2}" destId="{F6058C23-3FD6-4AE1-B70E-4FDA3463FAF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AD3946-0ACE-4671-AB30-8B25DFF9722A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8AFE5D-2445-4631-BAF8-E7984A31E63B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alphaModFix/>
          </a:blip>
          <a:srcRect/>
          <a:stretch>
            <a:fillRect l="-25000" r="-25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2F5A32-9EE1-4960-AF07-DE138A3098F2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>
              <a:solidFill>
                <a:schemeClr val="tx1"/>
              </a:solidFill>
            </a:rPr>
            <a:t>Introductions</a:t>
          </a:r>
        </a:p>
      </dsp:txBody>
      <dsp:txXfrm>
        <a:off x="35606" y="2725540"/>
        <a:ext cx="2981250" cy="720000"/>
      </dsp:txXfrm>
    </dsp:sp>
    <dsp:sp modelId="{21DB632F-7494-4A80-B209-23D0EFCBBE19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A14683-DBF9-4188-914A-1FE4B6E2326D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2">
            <a:alphaModFix amt="5000"/>
          </a:blip>
          <a:srcRect/>
          <a:stretch>
            <a:fillRect l="-25000" r="-25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30628C-25E8-4577-8964-6D8DF1A88803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>
              <a:solidFill>
                <a:schemeClr val="bg1">
                  <a:lumMod val="75000"/>
                </a:schemeClr>
              </a:solidFill>
            </a:rPr>
            <a:t>COMPUTING Environment</a:t>
          </a:r>
        </a:p>
      </dsp:txBody>
      <dsp:txXfrm>
        <a:off x="3538574" y="2725540"/>
        <a:ext cx="2981250" cy="720000"/>
      </dsp:txXfrm>
    </dsp:sp>
    <dsp:sp modelId="{40B2DD32-276E-4F3C-93A0-4FC63336581E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FFA1F6-482C-4822-BC1E-4C2119773A98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alphaModFix amt="5000"/>
          </a:blip>
          <a:srcRect/>
          <a:stretch>
            <a:fillRect l="-17000" r="-17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058C23-3FD6-4AE1-B70E-4FDA3463FAFB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>
              <a:solidFill>
                <a:schemeClr val="bg1">
                  <a:lumMod val="75000"/>
                </a:schemeClr>
              </a:solidFill>
            </a:rPr>
            <a:t>CLASS DETAILS</a:t>
          </a:r>
        </a:p>
      </dsp:txBody>
      <dsp:txXfrm>
        <a:off x="7041543" y="2725540"/>
        <a:ext cx="2981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AD3946-0ACE-4671-AB30-8B25DFF9722A}">
      <dsp:nvSpPr>
        <dsp:cNvPr id="0" name=""/>
        <dsp:cNvSpPr/>
      </dsp:nvSpPr>
      <dsp:spPr>
        <a:xfrm>
          <a:off x="616949" y="340539"/>
          <a:ext cx="1818562" cy="181856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8AFE5D-2445-4631-BAF8-E7984A31E63B}">
      <dsp:nvSpPr>
        <dsp:cNvPr id="0" name=""/>
        <dsp:cNvSpPr/>
      </dsp:nvSpPr>
      <dsp:spPr>
        <a:xfrm>
          <a:off x="1004512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alphaModFix amt="5000"/>
          </a:blip>
          <a:srcRect/>
          <a:stretch>
            <a:fillRect l="-25000" r="-25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2F5A32-9EE1-4960-AF07-DE138A3098F2}">
      <dsp:nvSpPr>
        <dsp:cNvPr id="0" name=""/>
        <dsp:cNvSpPr/>
      </dsp:nvSpPr>
      <dsp:spPr>
        <a:xfrm>
          <a:off x="35606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>
              <a:solidFill>
                <a:schemeClr val="bg1">
                  <a:lumMod val="75000"/>
                </a:schemeClr>
              </a:solidFill>
            </a:rPr>
            <a:t>Introductions</a:t>
          </a:r>
        </a:p>
      </dsp:txBody>
      <dsp:txXfrm>
        <a:off x="35606" y="2725540"/>
        <a:ext cx="2981250" cy="720000"/>
      </dsp:txXfrm>
    </dsp:sp>
    <dsp:sp modelId="{21DB632F-7494-4A80-B209-23D0EFCBBE19}">
      <dsp:nvSpPr>
        <dsp:cNvPr id="0" name=""/>
        <dsp:cNvSpPr/>
      </dsp:nvSpPr>
      <dsp:spPr>
        <a:xfrm>
          <a:off x="4119918" y="340539"/>
          <a:ext cx="1818562" cy="181856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A14683-DBF9-4188-914A-1FE4B6E2326D}">
      <dsp:nvSpPr>
        <dsp:cNvPr id="0" name=""/>
        <dsp:cNvSpPr/>
      </dsp:nvSpPr>
      <dsp:spPr>
        <a:xfrm>
          <a:off x="4507481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2">
            <a:alphaModFix/>
          </a:blip>
          <a:srcRect/>
          <a:stretch>
            <a:fillRect l="-25000" r="-25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30628C-25E8-4577-8964-6D8DF1A88803}">
      <dsp:nvSpPr>
        <dsp:cNvPr id="0" name=""/>
        <dsp:cNvSpPr/>
      </dsp:nvSpPr>
      <dsp:spPr>
        <a:xfrm>
          <a:off x="3538574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>
              <a:solidFill>
                <a:schemeClr val="tx1"/>
              </a:solidFill>
            </a:rPr>
            <a:t>COMPUTING Environment</a:t>
          </a:r>
        </a:p>
      </dsp:txBody>
      <dsp:txXfrm>
        <a:off x="3538574" y="2725540"/>
        <a:ext cx="2981250" cy="720000"/>
      </dsp:txXfrm>
    </dsp:sp>
    <dsp:sp modelId="{40B2DD32-276E-4F3C-93A0-4FC63336581E}">
      <dsp:nvSpPr>
        <dsp:cNvPr id="0" name=""/>
        <dsp:cNvSpPr/>
      </dsp:nvSpPr>
      <dsp:spPr>
        <a:xfrm>
          <a:off x="7622887" y="340539"/>
          <a:ext cx="1818562" cy="181856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FFA1F6-482C-4822-BC1E-4C2119773A98}">
      <dsp:nvSpPr>
        <dsp:cNvPr id="0" name=""/>
        <dsp:cNvSpPr/>
      </dsp:nvSpPr>
      <dsp:spPr>
        <a:xfrm>
          <a:off x="8010450" y="72810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alphaModFix amt="5000"/>
          </a:blip>
          <a:srcRect/>
          <a:stretch>
            <a:fillRect l="-17000" r="-17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058C23-3FD6-4AE1-B70E-4FDA3463FAFB}">
      <dsp:nvSpPr>
        <dsp:cNvPr id="0" name=""/>
        <dsp:cNvSpPr/>
      </dsp:nvSpPr>
      <dsp:spPr>
        <a:xfrm>
          <a:off x="7041543" y="272554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>
              <a:solidFill>
                <a:schemeClr val="bg1">
                  <a:lumMod val="75000"/>
                </a:schemeClr>
              </a:solidFill>
            </a:rPr>
            <a:t>CLASS DETAILS</a:t>
          </a:r>
        </a:p>
      </dsp:txBody>
      <dsp:txXfrm>
        <a:off x="7041543" y="272554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6DE88F-1F85-4A27-9D34-D74A50E7B0DA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048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6DE88F-1F85-4A27-9D34-D74A50E7B0DA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7542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6DE88F-1F85-4A27-9D34-D74A50E7B0DA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888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8D38747-4367-4BD2-8D51-C97E202738E2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89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1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AE507A8-A5CF-4D38-AB86-7EDDA87A85D4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0715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227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464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46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223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E0277FD-7DE6-41D4-930D-AC99F5AFE54E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1357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153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ED0CC-082F-4160-86E5-0D6041F12778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12565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073ED0CC-082F-4160-86E5-0D6041F12778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893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073ED0CC-082F-4160-86E5-0D6041F12778}" type="datetime1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5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8D511D2-9CF1-40DE-BB88-A5A48A0E8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91" r="9091"/>
          <a:stretch/>
        </p:blipFill>
        <p:spPr>
          <a:xfrm>
            <a:off x="20" y="324248"/>
            <a:ext cx="12191980" cy="685799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40ADCA80-A0B1-4379-94EC-0A1A73BE1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2"/>
            <a:chOff x="438068" y="457200"/>
            <a:chExt cx="3703320" cy="593513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EB4D79C-3A0E-4CB5-9A3D-BB816FD52C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18067"/>
              <a:ext cx="3702134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839C3D0-536E-4C48-A1C1-D9B718A843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4200" y="2142067"/>
            <a:ext cx="3412067" cy="29718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DATA SCI 530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Computing 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3FB3F-A8D4-46D3-A1C6-C79C64563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4200" y="5145513"/>
            <a:ext cx="3412067" cy="7388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accent1">
                    <a:lumMod val="50000"/>
                    <a:lumOff val="50000"/>
                  </a:schemeClr>
                </a:solidFill>
              </a:rPr>
              <a:t>Dr. Alejandro S</a:t>
            </a:r>
            <a:r>
              <a:rPr lang="es-CO">
                <a:solidFill>
                  <a:schemeClr val="accent1">
                    <a:lumMod val="50000"/>
                    <a:lumOff val="50000"/>
                  </a:schemeClr>
                </a:solidFill>
              </a:rPr>
              <a:t>ánchez Becerra</a:t>
            </a:r>
            <a:endParaRPr lang="en-US">
              <a:solidFill>
                <a:schemeClr val="accent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CBD3A8-CDE4-1696-E619-012C384A2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521" y="1122379"/>
            <a:ext cx="2041228" cy="238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A51-440B-A3CF-A517-072181379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6A519A9E-6850-7285-E3AE-0CDFA90678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2016745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4645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F3285-3216-C07A-FB54-01A994D95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345" y="747608"/>
            <a:ext cx="3631582" cy="810437"/>
          </a:xfrm>
        </p:spPr>
        <p:txBody>
          <a:bodyPr>
            <a:normAutofit/>
          </a:bodyPr>
          <a:lstStyle/>
          <a:p>
            <a:r>
              <a:rPr lang="en-US" dirty="0"/>
              <a:t>Main Instructor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D2F4-630A-1C77-0ABB-6540E0BA0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725" y="2119400"/>
            <a:ext cx="4592873" cy="3990991"/>
          </a:xfrm>
        </p:spPr>
        <p:txBody>
          <a:bodyPr>
            <a:normAutofit fontScale="85000" lnSpcReduction="10000"/>
          </a:bodyPr>
          <a:lstStyle/>
          <a:p>
            <a:pPr algn="just">
              <a:buFont typeface="Wingdings" panose="05000000000000000000" pitchFamily="2" charset="2"/>
              <a:buChar char="Ø"/>
            </a:pPr>
            <a:r>
              <a:rPr lang="en-US" sz="1800" dirty="0"/>
              <a:t> My name is Alejandro Sánchez Becerra</a:t>
            </a:r>
          </a:p>
          <a:p>
            <a:pPr algn="just">
              <a:buFont typeface="Wingdings" panose="05000000000000000000" pitchFamily="2" charset="2"/>
              <a:buChar char="Ø"/>
            </a:pPr>
            <a:endParaRPr lang="en-US" sz="1800" dirty="0"/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sz="1800" dirty="0"/>
              <a:t>I did my Ph.D. in Economics at the University of Pennsylvania and completed a post-doc at New York University.</a:t>
            </a:r>
          </a:p>
          <a:p>
            <a:pPr marL="0" indent="0" algn="just">
              <a:buNone/>
            </a:pPr>
            <a:endParaRPr lang="en-US" sz="1800" dirty="0"/>
          </a:p>
          <a:p>
            <a:pPr algn="just">
              <a:buFont typeface="Wingdings" panose="05000000000000000000" pitchFamily="2" charset="2"/>
              <a:buChar char="Ø"/>
            </a:pPr>
            <a:r>
              <a:rPr lang="en-US" sz="1800" dirty="0"/>
              <a:t> I’m originally from Bogotá, Colombia</a:t>
            </a:r>
          </a:p>
          <a:p>
            <a:pPr algn="just">
              <a:buFont typeface="Wingdings" panose="05000000000000000000" pitchFamily="2" charset="2"/>
              <a:buChar char="Ø"/>
            </a:pPr>
            <a:endParaRPr lang="en-US" sz="18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/>
              <a:t> My research focuses on causal inference, machine learning, network analysis, and external validity.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/>
              <a:t>I am a research affiliate of Emory’s AI Humanity Initiative and NYU’s Development Research Institute.</a:t>
            </a:r>
          </a:p>
        </p:txBody>
      </p:sp>
      <p:sp>
        <p:nvSpPr>
          <p:cNvPr id="7" name="AutoShape 2" descr="No photo description available.">
            <a:extLst>
              <a:ext uri="{FF2B5EF4-FFF2-40B4-BE49-F238E27FC236}">
                <a16:creationId xmlns:a16="http://schemas.microsoft.com/office/drawing/2014/main" id="{C9C9E0C5-FD02-F716-B924-E4719521C9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457" y="3197087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pic>
        <p:nvPicPr>
          <p:cNvPr id="6" name="Picture 4" descr="Bogotá Family Vacation Guide | Things to See &amp; Do | Four Seasons">
            <a:extLst>
              <a:ext uri="{FF2B5EF4-FFF2-40B4-BE49-F238E27FC236}">
                <a16:creationId xmlns:a16="http://schemas.microsoft.com/office/drawing/2014/main" id="{C5123AC7-8839-2F4A-2CB6-49613E255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2403" y="3015651"/>
            <a:ext cx="5098176" cy="211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5015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741856D-B06C-BB0C-D5EC-311164222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9120" y="302527"/>
            <a:ext cx="6571518" cy="1450757"/>
          </a:xfrm>
        </p:spPr>
        <p:txBody>
          <a:bodyPr>
            <a:normAutofit/>
          </a:bodyPr>
          <a:lstStyle/>
          <a:p>
            <a:r>
              <a:rPr lang="en-US" dirty="0"/>
              <a:t>My teaching philosophy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92AA1E-D4A7-371E-0DA8-526339B84B56}"/>
              </a:ext>
            </a:extLst>
          </p:cNvPr>
          <p:cNvSpPr txBox="1"/>
          <p:nvPr/>
        </p:nvSpPr>
        <p:spPr>
          <a:xfrm>
            <a:off x="934278" y="2294760"/>
            <a:ext cx="1060505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Interactive classes with hands-on learning and real world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Encourage creative exploration and self-directed projects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One-on-one advising in office hours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Combination of theory and practice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Mentoring on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Generative AI + ML Proficiency</a:t>
            </a:r>
          </a:p>
        </p:txBody>
      </p:sp>
      <p:pic>
        <p:nvPicPr>
          <p:cNvPr id="3" name="Graphic 2" descr="Wireless with solid fill">
            <a:extLst>
              <a:ext uri="{FF2B5EF4-FFF2-40B4-BE49-F238E27FC236}">
                <a16:creationId xmlns:a16="http://schemas.microsoft.com/office/drawing/2014/main" id="{9746CA8A-C257-9D97-C1FB-9AD7441C81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07886" y="675409"/>
            <a:ext cx="704994" cy="704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753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F96A-ED54-11D2-2C48-4361B6C26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Artificial Intelligence (AI)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90CE4-D582-CE53-AE13-319CAD88C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are “AI Friendly” but not “AI-Dazzled”!</a:t>
            </a:r>
          </a:p>
          <a:p>
            <a:endParaRPr lang="en-US" dirty="0"/>
          </a:p>
          <a:p>
            <a:pPr lvl="1"/>
            <a:r>
              <a:rPr lang="en-US" dirty="0"/>
              <a:t>We will teach how to use AI responsibly!</a:t>
            </a:r>
          </a:p>
          <a:p>
            <a:pPr lvl="1"/>
            <a:r>
              <a:rPr lang="en-US" dirty="0"/>
              <a:t>We will discuss its limitation and the role of the Data Scientist for quality control</a:t>
            </a:r>
          </a:p>
          <a:p>
            <a:pPr lvl="1"/>
            <a:r>
              <a:rPr lang="en-US" dirty="0"/>
              <a:t>We will help you find its true potential through challenging applications!</a:t>
            </a:r>
          </a:p>
          <a:p>
            <a:pPr marL="324000" lvl="1" indent="0">
              <a:buNone/>
            </a:pPr>
            <a:endParaRPr lang="en-US" dirty="0"/>
          </a:p>
          <a:p>
            <a:pPr marL="324000" lvl="1" indent="0">
              <a:buNone/>
            </a:pPr>
            <a:r>
              <a:rPr lang="en-US" dirty="0"/>
              <a:t>Free-access to </a:t>
            </a:r>
            <a:r>
              <a:rPr lang="en-US" dirty="0" err="1"/>
              <a:t>Github</a:t>
            </a:r>
            <a:r>
              <a:rPr lang="en-US" dirty="0"/>
              <a:t> Copilot for members of the Emory Community. More details on allowable uses of AI in the syllabus.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45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D14D7-F58F-420B-A656-85434D7D2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1C60AC-EF8D-B16E-CD83-CFDD7AA9790C}"/>
              </a:ext>
            </a:extLst>
          </p:cNvPr>
          <p:cNvSpPr txBox="1"/>
          <p:nvPr/>
        </p:nvSpPr>
        <p:spPr>
          <a:xfrm>
            <a:off x="838200" y="2213535"/>
            <a:ext cx="7294418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/>
              <a:t>CLASS REQUIREMENTS 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R="0">
              <a:spcBef>
                <a:spcPts val="0"/>
              </a:spcBef>
              <a:spcAft>
                <a:spcPts val="115"/>
              </a:spcAft>
            </a:pPr>
            <a:r>
              <a:rPr lang="en-US" sz="2000" dirty="0" err="1"/>
              <a:t>Homeworks</a:t>
            </a:r>
            <a:r>
              <a:rPr lang="en-US" sz="2000" dirty="0"/>
              <a:t> (60% total):</a:t>
            </a:r>
          </a:p>
          <a:p>
            <a:pPr marR="0">
              <a:spcBef>
                <a:spcPts val="0"/>
              </a:spcBef>
              <a:spcAft>
                <a:spcPts val="115"/>
              </a:spcAft>
            </a:pPr>
            <a:r>
              <a:rPr lang="en-US" sz="2000" dirty="0"/>
              <a:t>	6 </a:t>
            </a:r>
            <a:r>
              <a:rPr lang="en-US" sz="2000" dirty="0" err="1"/>
              <a:t>homeworks</a:t>
            </a:r>
            <a:endParaRPr lang="en-US" sz="2000" dirty="0"/>
          </a:p>
          <a:p>
            <a:pPr marR="0">
              <a:spcBef>
                <a:spcPts val="0"/>
              </a:spcBef>
              <a:spcAft>
                <a:spcPts val="115"/>
              </a:spcAft>
            </a:pPr>
            <a:r>
              <a:rPr lang="en-US" sz="2000" dirty="0"/>
              <a:t>Self-directed projects 30%)</a:t>
            </a:r>
          </a:p>
          <a:p>
            <a:pPr marR="0">
              <a:spcBef>
                <a:spcPts val="0"/>
              </a:spcBef>
              <a:spcAft>
                <a:spcPts val="115"/>
              </a:spcAft>
            </a:pPr>
            <a:r>
              <a:rPr lang="en-US" sz="2000" dirty="0"/>
              <a:t>	3 written deliverables</a:t>
            </a:r>
          </a:p>
          <a:p>
            <a:pPr marR="0">
              <a:spcBef>
                <a:spcPts val="0"/>
              </a:spcBef>
              <a:spcAft>
                <a:spcPts val="115"/>
              </a:spcAft>
            </a:pPr>
            <a:r>
              <a:rPr lang="en-US" sz="2000" dirty="0"/>
              <a:t>In-class workshop (10%)</a:t>
            </a:r>
          </a:p>
          <a:p>
            <a:pPr marR="0">
              <a:spcBef>
                <a:spcPts val="0"/>
              </a:spcBef>
              <a:spcAft>
                <a:spcPts val="115"/>
              </a:spcAft>
            </a:pPr>
            <a:r>
              <a:rPr lang="en-US" sz="2000" dirty="0"/>
              <a:t>	Last day of class</a:t>
            </a:r>
          </a:p>
          <a:p>
            <a:pPr marL="342900" indent="-342900">
              <a:spcAft>
                <a:spcPts val="115"/>
              </a:spcAft>
              <a:buFontTx/>
              <a:buChar char="-"/>
            </a:pPr>
            <a:endParaRPr 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FC2E7A-EF98-14AC-C216-1549AA3D5B04}"/>
              </a:ext>
            </a:extLst>
          </p:cNvPr>
          <p:cNvSpPr txBox="1"/>
          <p:nvPr/>
        </p:nvSpPr>
        <p:spPr>
          <a:xfrm>
            <a:off x="6802904" y="2213535"/>
            <a:ext cx="432464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/>
              <a:t>HOMEWORK POLICY</a:t>
            </a:r>
          </a:p>
          <a:p>
            <a:pPr marR="0">
              <a:spcBef>
                <a:spcPts val="0"/>
              </a:spcBef>
              <a:spcAft>
                <a:spcPts val="0"/>
              </a:spcAft>
            </a:pPr>
            <a:endParaRPr lang="en-US" sz="2000" dirty="0"/>
          </a:p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- All assignments submitted past the deadline will be graded for half credit.</a:t>
            </a:r>
          </a:p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- We will automatically drop the worst homework assignment.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603D186-832F-CFFF-2142-60A0F25C7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476347"/>
              </p:ext>
            </p:extLst>
          </p:nvPr>
        </p:nvGraphicFramePr>
        <p:xfrm>
          <a:off x="1870865" y="5440807"/>
          <a:ext cx="8450270" cy="609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5027">
                  <a:extLst>
                    <a:ext uri="{9D8B030D-6E8A-4147-A177-3AD203B41FA5}">
                      <a16:colId xmlns:a16="http://schemas.microsoft.com/office/drawing/2014/main" val="706129652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3730149986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624845969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1338961139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3791004414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579146745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3534083279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3335757908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4099010805"/>
                    </a:ext>
                  </a:extLst>
                </a:gridCol>
                <a:gridCol w="845027">
                  <a:extLst>
                    <a:ext uri="{9D8B030D-6E8A-4147-A177-3AD203B41FA5}">
                      <a16:colId xmlns:a16="http://schemas.microsoft.com/office/drawing/2014/main" val="1291241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A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A-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B+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B-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C+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C-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D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F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3586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</a:rPr>
                        <a:t>93+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87-92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83-86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80-82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75-79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70-74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65-69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60-64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55-59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0-54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85856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16599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916D-19E9-C1E2-DF8A-E612ED733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CONTENT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445E3-3EE6-E620-66E9-FC641F3B6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Wingdings 2" panose="05020102010507070707" pitchFamily="18" charset="2"/>
              <a:buAutoNum type="arabicPeriod"/>
            </a:pPr>
            <a:r>
              <a:rPr lang="en-US" sz="2000" dirty="0"/>
              <a:t>Programming essentials in Python </a:t>
            </a:r>
          </a:p>
          <a:p>
            <a:pPr marL="342900" indent="-342900">
              <a:buFont typeface="Wingdings 2" panose="05020102010507070707" pitchFamily="18" charset="2"/>
              <a:buAutoNum type="arabicPeriod"/>
            </a:pPr>
            <a:r>
              <a:rPr lang="en-US" sz="2000" dirty="0"/>
              <a:t>Process automation</a:t>
            </a:r>
          </a:p>
          <a:p>
            <a:pPr marL="342900" indent="-342900">
              <a:buFont typeface="Wingdings 2" panose="05020102010507070707" pitchFamily="18" charset="2"/>
              <a:buAutoNum type="arabicPeriod"/>
            </a:pPr>
            <a:r>
              <a:rPr lang="en-US" sz="2000" dirty="0"/>
              <a:t>Model deployment (introduction to key ML toolkits)</a:t>
            </a:r>
          </a:p>
          <a:p>
            <a:pPr marL="342900" indent="-342900">
              <a:buFont typeface="Wingdings 2" panose="05020102010507070707" pitchFamily="18" charset="2"/>
              <a:buAutoNum type="arabicPeriod"/>
            </a:pPr>
            <a:r>
              <a:rPr lang="en-US" sz="2000" dirty="0"/>
              <a:t>Database and production environment</a:t>
            </a:r>
          </a:p>
          <a:p>
            <a:pPr marL="342900" indent="-342900">
              <a:buFont typeface="Wingdings 2" panose="05020102010507070707" pitchFamily="18" charset="2"/>
              <a:buAutoNum type="arabicPeriod"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Check Canvas for any adjustments to class schedule.</a:t>
            </a:r>
          </a:p>
        </p:txBody>
      </p:sp>
    </p:spTree>
    <p:extLst>
      <p:ext uri="{BB962C8B-B14F-4D97-AF65-F5344CB8AC3E}">
        <p14:creationId xmlns:p14="http://schemas.microsoft.com/office/powerpoint/2010/main" val="201289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87952-81BF-0AE6-801F-FFD686420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CONTENT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5B0E0-6109-9F90-B198-C51822914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Key class announcements and assignments:</a:t>
            </a:r>
          </a:p>
          <a:p>
            <a:pPr marL="0" indent="0">
              <a:buNone/>
            </a:pPr>
            <a:r>
              <a:rPr lang="en-US" sz="3200" dirty="0" err="1"/>
              <a:t>canvas.emory.edu</a:t>
            </a:r>
            <a:endParaRPr lang="en-US" sz="3200" dirty="0"/>
          </a:p>
          <a:p>
            <a:pPr marL="0" indent="0">
              <a:buNone/>
            </a:pPr>
            <a:r>
              <a:rPr lang="en-US" sz="2000" dirty="0"/>
              <a:t>Class material will be regularly updated on </a:t>
            </a:r>
            <a:r>
              <a:rPr lang="en-US" sz="2000" dirty="0" err="1"/>
              <a:t>Github</a:t>
            </a:r>
            <a:r>
              <a:rPr lang="en-US" sz="2000" dirty="0"/>
              <a:t> (see instructions on Canvas)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59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A51-440B-A3CF-A517-072181379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4" name="Content Placeholder 7">
            <a:extLst>
              <a:ext uri="{FF2B5EF4-FFF2-40B4-BE49-F238E27FC236}">
                <a16:creationId xmlns:a16="http://schemas.microsoft.com/office/drawing/2014/main" id="{6A519A9E-6850-7285-E3AE-0CDFA90678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34290767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382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E6A3EB-FF53-67EC-DBF5-F1CB80DE7C90}"/>
              </a:ext>
            </a:extLst>
          </p:cNvPr>
          <p:cNvSpPr txBox="1"/>
          <p:nvPr/>
        </p:nvSpPr>
        <p:spPr>
          <a:xfrm>
            <a:off x="3440938" y="3969349"/>
            <a:ext cx="198596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VS Code Interactive Development Environment (IDE)</a:t>
            </a:r>
          </a:p>
          <a:p>
            <a:endParaRPr lang="en-US" sz="1200" dirty="0">
              <a:solidFill>
                <a:srgbClr val="0070C0"/>
              </a:solidFill>
            </a:endParaRPr>
          </a:p>
          <a:p>
            <a:r>
              <a:rPr lang="en-US" sz="1200" dirty="0"/>
              <a:t>Program that the user opens to write scripts and run analyses</a:t>
            </a:r>
          </a:p>
        </p:txBody>
      </p:sp>
      <p:pic>
        <p:nvPicPr>
          <p:cNvPr id="5" name="Picture 16">
            <a:extLst>
              <a:ext uri="{FF2B5EF4-FFF2-40B4-BE49-F238E27FC236}">
                <a16:creationId xmlns:a16="http://schemas.microsoft.com/office/drawing/2014/main" id="{2812CE6E-CC96-5E19-8762-E898831D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813" y="3382882"/>
            <a:ext cx="1270085" cy="1385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A12484-B326-A99E-5E0E-FB3E9D38885C}"/>
              </a:ext>
            </a:extLst>
          </p:cNvPr>
          <p:cNvSpPr txBox="1"/>
          <p:nvPr/>
        </p:nvSpPr>
        <p:spPr>
          <a:xfrm>
            <a:off x="6984765" y="3581152"/>
            <a:ext cx="114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2BC5F8-CB67-C39C-E029-8F3805784755}"/>
              </a:ext>
            </a:extLst>
          </p:cNvPr>
          <p:cNvSpPr txBox="1"/>
          <p:nvPr/>
        </p:nvSpPr>
        <p:spPr>
          <a:xfrm>
            <a:off x="5418320" y="3033014"/>
            <a:ext cx="441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11967-AFA2-69D1-4C1A-8D03D11F1C3B}"/>
              </a:ext>
            </a:extLst>
          </p:cNvPr>
          <p:cNvSpPr txBox="1"/>
          <p:nvPr/>
        </p:nvSpPr>
        <p:spPr>
          <a:xfrm>
            <a:off x="1163494" y="863174"/>
            <a:ext cx="77155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Our class in a nutshell …</a:t>
            </a:r>
          </a:p>
        </p:txBody>
      </p:sp>
      <p:pic>
        <p:nvPicPr>
          <p:cNvPr id="12" name="Picture 14">
            <a:extLst>
              <a:ext uri="{FF2B5EF4-FFF2-40B4-BE49-F238E27FC236}">
                <a16:creationId xmlns:a16="http://schemas.microsoft.com/office/drawing/2014/main" id="{0ED4B6CB-A9F6-1B18-24AC-5BC070C7C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8554" y="2802561"/>
            <a:ext cx="1045027" cy="1045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FAA3E03-8BBA-9F6D-A1E1-8B1D0D272C3D}"/>
              </a:ext>
            </a:extLst>
          </p:cNvPr>
          <p:cNvSpPr txBox="1"/>
          <p:nvPr/>
        </p:nvSpPr>
        <p:spPr>
          <a:xfrm>
            <a:off x="6265795" y="4620898"/>
            <a:ext cx="233532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400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en-US" sz="1200" b="1" dirty="0"/>
              <a:t>Programming language that handles the logic of our scripts </a:t>
            </a:r>
            <a:r>
              <a:rPr lang="en-US" sz="1200" dirty="0"/>
              <a:t>(in the background, not an explicit program that you open)</a:t>
            </a:r>
          </a:p>
          <a:p>
            <a:pPr algn="ctr"/>
            <a:endParaRPr lang="en-US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242CAA-3556-82D2-FC85-257265BE4F0B}"/>
              </a:ext>
            </a:extLst>
          </p:cNvPr>
          <p:cNvSpPr/>
          <p:nvPr/>
        </p:nvSpPr>
        <p:spPr>
          <a:xfrm>
            <a:off x="6096000" y="2074088"/>
            <a:ext cx="2505124" cy="3920738"/>
          </a:xfrm>
          <a:prstGeom prst="round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92A80-89EE-1931-3A9F-E2D913A993A9}"/>
              </a:ext>
            </a:extLst>
          </p:cNvPr>
          <p:cNvSpPr txBox="1"/>
          <p:nvPr/>
        </p:nvSpPr>
        <p:spPr>
          <a:xfrm>
            <a:off x="6167894" y="6062618"/>
            <a:ext cx="2184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Virtual Environment </a:t>
            </a:r>
          </a:p>
        </p:txBody>
      </p:sp>
      <p:pic>
        <p:nvPicPr>
          <p:cNvPr id="1028" name="Picture 4" descr="Anaconda (Python distribution) - Wikipedia">
            <a:extLst>
              <a:ext uri="{FF2B5EF4-FFF2-40B4-BE49-F238E27FC236}">
                <a16:creationId xmlns:a16="http://schemas.microsoft.com/office/drawing/2014/main" id="{71130BED-91D7-A86C-D0C2-45691CEE2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4485" y="2293886"/>
            <a:ext cx="1451175" cy="723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01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loud 7">
            <a:extLst>
              <a:ext uri="{FF2B5EF4-FFF2-40B4-BE49-F238E27FC236}">
                <a16:creationId xmlns:a16="http://schemas.microsoft.com/office/drawing/2014/main" id="{056D2DA9-0C18-63E6-022C-DC1E5F3FBE54}"/>
              </a:ext>
            </a:extLst>
          </p:cNvPr>
          <p:cNvSpPr/>
          <p:nvPr/>
        </p:nvSpPr>
        <p:spPr>
          <a:xfrm>
            <a:off x="545211" y="2261466"/>
            <a:ext cx="4074864" cy="3932768"/>
          </a:xfrm>
          <a:prstGeom prst="cloud">
            <a:avLst/>
          </a:prstGeom>
          <a:solidFill>
            <a:schemeClr val="bg1">
              <a:alpha val="89094"/>
            </a:scheme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180" name="Picture 12" descr="Project Jupyter | Home">
            <a:extLst>
              <a:ext uri="{FF2B5EF4-FFF2-40B4-BE49-F238E27FC236}">
                <a16:creationId xmlns:a16="http://schemas.microsoft.com/office/drawing/2014/main" id="{120AB4D3-ECB1-DE71-B2ED-436594DA77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314"/>
          <a:stretch/>
        </p:blipFill>
        <p:spPr bwMode="auto">
          <a:xfrm>
            <a:off x="1245823" y="3677391"/>
            <a:ext cx="1270085" cy="82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4" name="Picture 16">
            <a:extLst>
              <a:ext uri="{FF2B5EF4-FFF2-40B4-BE49-F238E27FC236}">
                <a16:creationId xmlns:a16="http://schemas.microsoft.com/office/drawing/2014/main" id="{1571F8A5-5098-EEC1-C63A-A88A18CA2A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4431" y="2234582"/>
            <a:ext cx="1270085" cy="1385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0A1AB9-2D18-9F9C-4529-9D40B2C02E7D}"/>
              </a:ext>
            </a:extLst>
          </p:cNvPr>
          <p:cNvSpPr txBox="1"/>
          <p:nvPr/>
        </p:nvSpPr>
        <p:spPr>
          <a:xfrm>
            <a:off x="10096381" y="2796669"/>
            <a:ext cx="1141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122346-C0E3-22DC-1CA4-AA580414E0EC}"/>
              </a:ext>
            </a:extLst>
          </p:cNvPr>
          <p:cNvSpPr txBox="1"/>
          <p:nvPr/>
        </p:nvSpPr>
        <p:spPr>
          <a:xfrm>
            <a:off x="9048171" y="2612991"/>
            <a:ext cx="441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+</a:t>
            </a:r>
          </a:p>
        </p:txBody>
      </p:sp>
      <p:pic>
        <p:nvPicPr>
          <p:cNvPr id="6" name="Picture 12" descr="Project Jupyter | Home">
            <a:extLst>
              <a:ext uri="{FF2B5EF4-FFF2-40B4-BE49-F238E27FC236}">
                <a16:creationId xmlns:a16="http://schemas.microsoft.com/office/drawing/2014/main" id="{7B1BB473-0C25-B6B9-6406-D1971DE58B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314"/>
          <a:stretch/>
        </p:blipFill>
        <p:spPr bwMode="auto">
          <a:xfrm>
            <a:off x="2334395" y="3437905"/>
            <a:ext cx="1270085" cy="82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2" descr="Project Jupyter | Home">
            <a:extLst>
              <a:ext uri="{FF2B5EF4-FFF2-40B4-BE49-F238E27FC236}">
                <a16:creationId xmlns:a16="http://schemas.microsoft.com/office/drawing/2014/main" id="{9E44D352-869E-BFF6-D20F-78399BBC3F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314"/>
          <a:stretch/>
        </p:blipFill>
        <p:spPr bwMode="auto">
          <a:xfrm>
            <a:off x="1880865" y="4557782"/>
            <a:ext cx="1270085" cy="82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urple github 10 icon - Free purple site logo icons">
            <a:extLst>
              <a:ext uri="{FF2B5EF4-FFF2-40B4-BE49-F238E27FC236}">
                <a16:creationId xmlns:a16="http://schemas.microsoft.com/office/drawing/2014/main" id="{6B55BD49-38A6-E597-AEC8-D4A7851EF7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5722" y="4775872"/>
            <a:ext cx="1450280" cy="145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D9B1CA6-89B0-434A-0B9D-D97E437B84CC}"/>
              </a:ext>
            </a:extLst>
          </p:cNvPr>
          <p:cNvSpPr txBox="1"/>
          <p:nvPr/>
        </p:nvSpPr>
        <p:spPr>
          <a:xfrm>
            <a:off x="6096000" y="4557782"/>
            <a:ext cx="42721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Github:</a:t>
            </a:r>
          </a:p>
          <a:p>
            <a:r>
              <a:rPr lang="en-US" dirty="0"/>
              <a:t>A file management system in the cloud (with desktop app)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Has version control</a:t>
            </a:r>
          </a:p>
          <a:p>
            <a:pPr marL="285750" indent="-285750">
              <a:buFontTx/>
              <a:buChar char="-"/>
            </a:pPr>
            <a:r>
              <a:rPr lang="en-US" dirty="0"/>
              <a:t>Great for collaborative programming</a:t>
            </a:r>
          </a:p>
          <a:p>
            <a:pPr marL="285750" indent="-285750">
              <a:buFontTx/>
              <a:buChar char="-"/>
            </a:pPr>
            <a:r>
              <a:rPr lang="en-US" dirty="0"/>
              <a:t>All the lectures will be there</a:t>
            </a:r>
          </a:p>
        </p:txBody>
      </p:sp>
      <p:pic>
        <p:nvPicPr>
          <p:cNvPr id="12" name="Picture 12" descr="Project Jupyter | Home">
            <a:extLst>
              <a:ext uri="{FF2B5EF4-FFF2-40B4-BE49-F238E27FC236}">
                <a16:creationId xmlns:a16="http://schemas.microsoft.com/office/drawing/2014/main" id="{2F2BE883-D0F8-E5E9-2A24-3DBD09ACA5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314"/>
          <a:stretch/>
        </p:blipFill>
        <p:spPr bwMode="auto">
          <a:xfrm>
            <a:off x="1696886" y="2747610"/>
            <a:ext cx="1270085" cy="826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ight Arrow 22">
            <a:extLst>
              <a:ext uri="{FF2B5EF4-FFF2-40B4-BE49-F238E27FC236}">
                <a16:creationId xmlns:a16="http://schemas.microsoft.com/office/drawing/2014/main" id="{8A9D312F-8EAE-DB9A-98CA-26285F1557A3}"/>
              </a:ext>
            </a:extLst>
          </p:cNvPr>
          <p:cNvSpPr/>
          <p:nvPr/>
        </p:nvSpPr>
        <p:spPr>
          <a:xfrm>
            <a:off x="5452238" y="2839370"/>
            <a:ext cx="1045028" cy="55517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BBF6C5-077A-08F1-B148-872A0543AEB2}"/>
              </a:ext>
            </a:extLst>
          </p:cNvPr>
          <p:cNvSpPr txBox="1"/>
          <p:nvPr/>
        </p:nvSpPr>
        <p:spPr>
          <a:xfrm>
            <a:off x="7170238" y="3401370"/>
            <a:ext cx="198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VS Code</a:t>
            </a:r>
            <a:endParaRPr lang="en-US" sz="1200" dirty="0"/>
          </a:p>
        </p:txBody>
      </p:sp>
      <p:pic>
        <p:nvPicPr>
          <p:cNvPr id="5" name="Picture 14">
            <a:extLst>
              <a:ext uri="{FF2B5EF4-FFF2-40B4-BE49-F238E27FC236}">
                <a16:creationId xmlns:a16="http://schemas.microsoft.com/office/drawing/2014/main" id="{C0EAF80A-FF24-D1FB-A069-8DDA62228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7854" y="2234582"/>
            <a:ext cx="1045027" cy="1045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88272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Dividend">
    <a:dk1>
      <a:sysClr val="windowText" lastClr="000000"/>
    </a:dk1>
    <a:lt1>
      <a:sysClr val="window" lastClr="FFFFFF"/>
    </a:lt1>
    <a:dk2>
      <a:srgbClr val="3D3D3D"/>
    </a:dk2>
    <a:lt2>
      <a:srgbClr val="EBEBEB"/>
    </a:lt2>
    <a:accent1>
      <a:srgbClr val="1A3260"/>
    </a:accent1>
    <a:accent2>
      <a:srgbClr val="4590B8"/>
    </a:accent2>
    <a:accent3>
      <a:srgbClr val="45CBE8"/>
    </a:accent3>
    <a:accent4>
      <a:srgbClr val="969FA7"/>
    </a:accent4>
    <a:accent5>
      <a:srgbClr val="A2C777"/>
    </a:accent5>
    <a:accent6>
      <a:srgbClr val="42955F"/>
    </a:accent6>
    <a:hlink>
      <a:srgbClr val="828282"/>
    </a:hlink>
    <a:folHlink>
      <a:srgbClr val="A5A5A5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purl.org/dc/terms/"/>
    <ds:schemaRef ds:uri="16c05727-aa75-4e4a-9b5f-8a80a1165891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www.w3.org/XML/1998/namespace"/>
    <ds:schemaRef ds:uri="71af3243-3dd4-4a8d-8c0d-dd76da1f02a5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5903</TotalTime>
  <Words>430</Words>
  <Application>Microsoft Office PowerPoint</Application>
  <PresentationFormat>Widescreen</PresentationFormat>
  <Paragraphs>106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Gill Sans MT</vt:lpstr>
      <vt:lpstr>Times New Roman</vt:lpstr>
      <vt:lpstr>Wingdings</vt:lpstr>
      <vt:lpstr>Wingdings 2</vt:lpstr>
      <vt:lpstr>Dividend</vt:lpstr>
      <vt:lpstr>DATA SCI 530 Computing I</vt:lpstr>
      <vt:lpstr>Agenda</vt:lpstr>
      <vt:lpstr>Main Instructor</vt:lpstr>
      <vt:lpstr>My teaching philosophy</vt:lpstr>
      <vt:lpstr>Artificial Intelligence (AI)</vt:lpstr>
      <vt:lpstr>Grading</vt:lpstr>
      <vt:lpstr>COURSE CONTENT </vt:lpstr>
      <vt:lpstr>COURSE CONTENT </vt:lpstr>
      <vt:lpstr>Agenda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QTM 151</dc:title>
  <dc:creator>Juan Estrada</dc:creator>
  <cp:lastModifiedBy>Sanchez Becerra, Alejandro</cp:lastModifiedBy>
  <cp:revision>105</cp:revision>
  <dcterms:created xsi:type="dcterms:W3CDTF">2022-08-18T19:06:53Z</dcterms:created>
  <dcterms:modified xsi:type="dcterms:W3CDTF">2026-08-27T04:30:50Z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